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3"/>
  </p:sldMasterIdLst>
  <p:notesMasterIdLst>
    <p:notesMasterId r:id="rId24"/>
  </p:notesMasterIdLst>
  <p:handoutMasterIdLst>
    <p:handoutMasterId r:id="rId25"/>
  </p:handoutMasterIdLst>
  <p:sldIdLst>
    <p:sldId id="298" r:id="rId4"/>
    <p:sldId id="283" r:id="rId5"/>
    <p:sldId id="297" r:id="rId6"/>
    <p:sldId id="292" r:id="rId7"/>
    <p:sldId id="293" r:id="rId8"/>
    <p:sldId id="294" r:id="rId9"/>
    <p:sldId id="299" r:id="rId10"/>
    <p:sldId id="300" r:id="rId11"/>
    <p:sldId id="301" r:id="rId12"/>
    <p:sldId id="302" r:id="rId13"/>
    <p:sldId id="303" r:id="rId14"/>
    <p:sldId id="304" r:id="rId15"/>
    <p:sldId id="305" r:id="rId16"/>
    <p:sldId id="306" r:id="rId17"/>
    <p:sldId id="307" r:id="rId18"/>
    <p:sldId id="284" r:id="rId19"/>
    <p:sldId id="295" r:id="rId20"/>
    <p:sldId id="285" r:id="rId21"/>
    <p:sldId id="296" r:id="rId22"/>
    <p:sldId id="281" r:id="rId23"/>
  </p:sldIdLst>
  <p:sldSz cx="12192000" cy="6858000"/>
  <p:notesSz cx="6858000" cy="9144000"/>
  <p:defaultTextStyle>
    <a:defPPr rtl="0"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073A0DAA-6AF3-43AB-8588-CEC1D06C72B9}">
  <a:tblStyle styleId="{073A0DAA-6AF3-43AB-8588-CEC1D06C72B9}" styleName="Style moye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5" autoAdjust="0"/>
    <p:restoredTop sz="94574" autoAdjust="0"/>
  </p:normalViewPr>
  <p:slideViewPr>
    <p:cSldViewPr snapToGrid="0">
      <p:cViewPr varScale="1">
        <p:scale>
          <a:sx n="75" d="100"/>
          <a:sy n="75" d="100"/>
        </p:scale>
        <p:origin x="540" y="5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4" d="100"/>
          <a:sy n="84" d="100"/>
        </p:scale>
        <p:origin x="3900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EBB651C5-239C-481D-B679-C1853F3D7869}" type="datetime1">
              <a:rPr lang="fr-FR" smtClean="0"/>
              <a:t>28/04/2026</a:t>
            </a:fld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682C0B10-7CAE-41E4-AB02-7E8B1FF2B89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fr-FR" noProof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C3F468-A24C-40BA-9BA0-927B9D8CEF08}" type="datetime1">
              <a:rPr lang="fr-FR" smtClean="0"/>
              <a:pPr/>
              <a:t>28/04/2026</a:t>
            </a:fld>
            <a:endParaRPr lang="fr-FR" dirty="0"/>
          </a:p>
        </p:txBody>
      </p:sp>
      <p:sp>
        <p:nvSpPr>
          <p:cNvPr id="4" name="Espace réservé de l’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fr-FR" noProof="0"/>
          </a:p>
        </p:txBody>
      </p:sp>
      <p:sp>
        <p:nvSpPr>
          <p:cNvPr id="5" name="Espace réservé des notes 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fr-FR" noProof="0"/>
              <a:t>Modifier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8530193B-564F-4854-8A52-728F3FB19C85}" type="slidenum">
              <a:rPr lang="fr-FR" noProof="0" smtClean="0"/>
              <a:t>‹N°›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530193B-564F-4854-8A52-728F3FB19C85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522760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530193B-564F-4854-8A52-728F3FB19C85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664999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530193B-564F-4854-8A52-728F3FB19C85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517166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530193B-564F-4854-8A52-728F3FB19C85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37949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530193B-564F-4854-8A52-728F3FB19C85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414060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530193B-564F-4854-8A52-728F3FB19C85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268718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16D96F-3669-3377-0614-96DD36ABF6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B807C313-FBB9-5919-97FC-47C32611FD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5F7809D2-7B6E-B3D4-5E6B-C8C609FBDB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A03D435-19E1-F26A-405D-BA84D0A29D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530193B-564F-4854-8A52-728F3FB19C85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755647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2D8A53-093F-B322-CB5F-880E8882B2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403D9329-5337-B376-C80C-440E602952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A2DE9039-6A6F-E6BD-96E4-578850161B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BED74DD-5430-6544-4DCC-6E62681A5CA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530193B-564F-4854-8A52-728F3FB19C85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436608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7F0BFA-D72B-3316-AC73-D7B83FC07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2FCEE62B-7E95-D7BF-DE04-E4D5F269FF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84C073A5-15CF-165E-675E-5B55EF2B60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CB5DAEE-F34F-6D19-89AA-02F2E2271C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530193B-564F-4854-8A52-728F3FB19C85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8201160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A2B4F5-3A92-3192-DA99-EE7508FBDF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A79043DB-34BC-6D0D-FE82-4C509D7A78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E3E7E743-0E40-69A4-5D38-C9C40468AF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E278797-0704-D9EC-0E0E-4908680B112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530193B-564F-4854-8A52-728F3FB19C85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5337856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09FA40-E77A-F651-1628-1D9A921CA3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9E48ED4B-6820-B47B-0CA3-067E91D38A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D8C525FD-0713-2675-EF27-2472EA7CD9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9AE332F-3BA0-6EBF-E347-2B0EA43166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530193B-564F-4854-8A52-728F3FB19C85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923230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E3FF7D-4899-9DF4-6B6A-56E594D143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F7604F5F-0723-058D-5C9B-952E37D3C4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25B4DFD9-6A0C-CA11-A67B-03D8D7951A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B18A081-F494-E5AA-C605-410F101EBE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530193B-564F-4854-8A52-728F3FB19C85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4892792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73152C-7FA1-A964-A555-7ECFE75F5C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368020A4-AE0C-2E09-3967-3DC829EDD7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756FA74A-45E0-9727-9A25-1A7EB11AAA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2440306-05CB-A3BD-FC9E-24E0673879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530193B-564F-4854-8A52-728F3FB19C85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6877249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D218BC-4D4B-5B31-582F-C6A077C43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0E435621-681C-5188-CE5E-921F5723EA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2AD93D2C-E04B-9E72-850B-564D0CFCAA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25E5A50-1437-9AD6-07C6-2CD05EEC301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530193B-564F-4854-8A52-728F3FB19C85}" type="slidenum">
              <a:rPr lang="fr-FR" smtClean="0"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3371847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8EA11F-2162-A454-1F9B-BDD3E45317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4AC6432F-831B-0376-7C87-8BBB2DBD6E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D86B26A0-BEB2-6FCF-1585-49627290DC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275642E-DC74-B8C4-01D7-6D26679B8DB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530193B-564F-4854-8A52-728F3FB19C85}" type="slidenum">
              <a:rPr lang="fr-FR" smtClean="0"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5873886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530193B-564F-4854-8A52-728F3FB19C85}" type="slidenum">
              <a:rPr lang="fr-FR" smtClean="0"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264773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530193B-564F-4854-8A52-728F3FB19C85}" type="slidenum">
              <a:rPr lang="fr-FR" smtClean="0"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762740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530193B-564F-4854-8A52-728F3FB19C85}" type="slidenum">
              <a:rPr lang="fr-FR" smtClean="0"/>
              <a:t>18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3279823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530193B-564F-4854-8A52-728F3FB19C85}" type="slidenum">
              <a:rPr lang="fr-FR" smtClean="0"/>
              <a:t>19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9262007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530193B-564F-4854-8A52-728F3FB19C85}" type="slidenum">
              <a:rPr lang="fr-FR" smtClean="0"/>
              <a:t>20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598410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apositive de titr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Espace réservé d’image 40">
            <a:extLst>
              <a:ext uri="{FF2B5EF4-FFF2-40B4-BE49-F238E27FC236}">
                <a16:creationId xmlns:a16="http://schemas.microsoft.com/office/drawing/2014/main" id="{EB7F0EE8-BE52-4A79-8FC8-4A2487FA01F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780588" cy="6804025"/>
          </a:xfrm>
          <a:solidFill>
            <a:schemeClr val="bg1">
              <a:lumMod val="85000"/>
            </a:schemeClr>
          </a:solidFill>
        </p:spPr>
        <p:txBody>
          <a:bodyPr tIns="1728000" rtlCol="0" anchor="t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fr-FR" noProof="0"/>
              <a:t>Insérez ou glissez-déplacez votre photo ici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200400" y="2811053"/>
            <a:ext cx="8991600" cy="1261295"/>
          </a:xfrm>
          <a:solidFill>
            <a:schemeClr val="bg1"/>
          </a:solidFill>
        </p:spPr>
        <p:txBody>
          <a:bodyPr vert="horz" lIns="180000" tIns="360000" rIns="252000" bIns="180000" rtlCol="0" anchor="t">
            <a:noAutofit/>
          </a:bodyPr>
          <a:lstStyle>
            <a:lvl1pPr algn="r">
              <a:defRPr lang="en-ZA" sz="4000" b="1" spc="-300" dirty="0"/>
            </a:lvl1pPr>
          </a:lstStyle>
          <a:p>
            <a:pPr lvl="0" algn="r" rtl="0"/>
            <a:r>
              <a:rPr lang="fr-FR" noProof="0" dirty="0"/>
              <a:t>Cliquez pour modifier le titre de la présentation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400" y="4061039"/>
            <a:ext cx="6580188" cy="580921"/>
          </a:xfrm>
          <a:solidFill>
            <a:schemeClr val="tx1">
              <a:alpha val="80000"/>
            </a:schemeClr>
          </a:solidFill>
        </p:spPr>
        <p:txBody>
          <a:bodyPr vert="horz" lIns="180000" tIns="180000" rIns="180000" bIns="180000" rtlCol="0">
            <a:noAutofit/>
          </a:bodyPr>
          <a:lstStyle>
            <a:lvl1pPr marL="0" indent="0" algn="r">
              <a:buNone/>
              <a:defRPr lang="en-ZA" dirty="0">
                <a:solidFill>
                  <a:schemeClr val="bg1"/>
                </a:solidFill>
              </a:defRPr>
            </a:lvl1pPr>
          </a:lstStyle>
          <a:p>
            <a:pPr marL="266700" lvl="0" indent="-266700" algn="ctr" rtl="0"/>
            <a:r>
              <a:rPr lang="fr-FR" noProof="0"/>
              <a:t>Modifiez le style des sous-titres du masque</a:t>
            </a:r>
          </a:p>
        </p:txBody>
      </p:sp>
      <p:sp>
        <p:nvSpPr>
          <p:cNvPr id="13" name="Rectangle 12">
            <a:extLst>
              <a:ext uri="{FF2B5EF4-FFF2-40B4-BE49-F238E27FC236}">
                <a16:creationId xmlns:a16="http://schemas.microsoft.com/office/drawing/2014/main" id="{EC0FBB1B-4F0E-4365-BF27-3150FC6C3B90}"/>
              </a:ext>
            </a:extLst>
          </p:cNvPr>
          <p:cNvSpPr/>
          <p:nvPr userDrawn="1"/>
        </p:nvSpPr>
        <p:spPr>
          <a:xfrm>
            <a:off x="9780103" y="6803351"/>
            <a:ext cx="1979897" cy="5465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14" name="Rectangle 13">
            <a:extLst>
              <a:ext uri="{FF2B5EF4-FFF2-40B4-BE49-F238E27FC236}">
                <a16:creationId xmlns:a16="http://schemas.microsoft.com/office/drawing/2014/main" id="{7A13D8A8-6C3D-4527-959D-41C3213F7F02}"/>
              </a:ext>
            </a:extLst>
          </p:cNvPr>
          <p:cNvSpPr/>
          <p:nvPr userDrawn="1"/>
        </p:nvSpPr>
        <p:spPr>
          <a:xfrm>
            <a:off x="0" y="6803351"/>
            <a:ext cx="9780104" cy="546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15" name="Rectangle 14">
            <a:extLst>
              <a:ext uri="{FF2B5EF4-FFF2-40B4-BE49-F238E27FC236}">
                <a16:creationId xmlns:a16="http://schemas.microsoft.com/office/drawing/2014/main" id="{9504A767-1C0B-484E-BF7D-CD42D30A52EE}"/>
              </a:ext>
            </a:extLst>
          </p:cNvPr>
          <p:cNvSpPr/>
          <p:nvPr userDrawn="1"/>
        </p:nvSpPr>
        <p:spPr>
          <a:xfrm>
            <a:off x="11760000" y="6803351"/>
            <a:ext cx="432000" cy="54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1DD44D8-4A8F-4693-B90A-166855B29D25}"/>
              </a:ext>
            </a:extLst>
          </p:cNvPr>
          <p:cNvSpPr/>
          <p:nvPr userDrawn="1"/>
        </p:nvSpPr>
        <p:spPr>
          <a:xfrm>
            <a:off x="9780588" y="2698612"/>
            <a:ext cx="2411412" cy="11482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3340384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séparation 1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Espace réservé d’image 40">
            <a:extLst>
              <a:ext uri="{FF2B5EF4-FFF2-40B4-BE49-F238E27FC236}">
                <a16:creationId xmlns:a16="http://schemas.microsoft.com/office/drawing/2014/main" id="{EB7F0EE8-BE52-4A79-8FC8-4A2487FA01F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780588" cy="6371351"/>
          </a:xfrm>
          <a:solidFill>
            <a:schemeClr val="bg1">
              <a:lumMod val="85000"/>
            </a:schemeClr>
          </a:solidFill>
        </p:spPr>
        <p:txBody>
          <a:bodyPr rtlCol="0" anchor="ctr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fr-FR" noProof="0" dirty="0"/>
              <a:t>Insérez ou glissez-déplacez </a:t>
            </a:r>
            <a:br>
              <a:rPr lang="fr-FR" noProof="0" dirty="0"/>
            </a:br>
            <a:r>
              <a:rPr lang="fr-FR" noProof="0" dirty="0"/>
              <a:t>votre photo ici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35700" y="2204792"/>
            <a:ext cx="5956300" cy="1944000"/>
          </a:xfrm>
          <a:solidFill>
            <a:schemeClr val="bg1"/>
          </a:solidFill>
        </p:spPr>
        <p:txBody>
          <a:bodyPr vert="horz" lIns="180000" tIns="324000" rIns="252000" bIns="180000" rtlCol="0" anchor="t">
            <a:noAutofit/>
          </a:bodyPr>
          <a:lstStyle>
            <a:lvl1pPr algn="r">
              <a:defRPr lang="en-ZA" sz="4800" b="1" spc="-300" dirty="0"/>
            </a:lvl1pPr>
          </a:lstStyle>
          <a:p>
            <a:pPr lvl="0" algn="r" rtl="0"/>
            <a:r>
              <a:rPr lang="fr-FR" noProof="0" dirty="0"/>
              <a:t>Cliquez pour modifier le séparateur de section</a:t>
            </a:r>
          </a:p>
        </p:txBody>
      </p:sp>
      <p:sp>
        <p:nvSpPr>
          <p:cNvPr id="7" name="Sous-titre 2">
            <a:extLst>
              <a:ext uri="{FF2B5EF4-FFF2-40B4-BE49-F238E27FC236}">
                <a16:creationId xmlns:a16="http://schemas.microsoft.com/office/drawing/2014/main" id="{9E4D4535-D519-40ED-B8A4-2EA1276BB65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35700" y="4148860"/>
            <a:ext cx="5956300" cy="1100565"/>
          </a:xfrm>
          <a:solidFill>
            <a:schemeClr val="tx1">
              <a:alpha val="80000"/>
            </a:schemeClr>
          </a:solidFill>
        </p:spPr>
        <p:txBody>
          <a:bodyPr lIns="180000" tIns="180000" rIns="252000" bIns="180000" rtlCol="0"/>
          <a:lstStyle>
            <a:lvl1pPr marL="0" indent="0" algn="r">
              <a:buNone/>
              <a:defRPr sz="1800">
                <a:solidFill>
                  <a:schemeClr val="bg1"/>
                </a:solidFill>
              </a:defRPr>
            </a:lvl1pPr>
            <a:lvl2pPr marL="266700" indent="0" algn="r">
              <a:buNone/>
              <a:defRPr sz="1800">
                <a:solidFill>
                  <a:schemeClr val="bg1"/>
                </a:solidFill>
              </a:defRPr>
            </a:lvl2pPr>
            <a:lvl3pPr marL="542925" indent="0" algn="r">
              <a:buNone/>
              <a:defRPr sz="1800">
                <a:solidFill>
                  <a:schemeClr val="bg1"/>
                </a:solidFill>
              </a:defRPr>
            </a:lvl3pPr>
            <a:lvl4pPr marL="809625" indent="0" algn="r">
              <a:buNone/>
              <a:defRPr sz="1800">
                <a:solidFill>
                  <a:schemeClr val="bg1"/>
                </a:solidFill>
              </a:defRPr>
            </a:lvl4pPr>
            <a:lvl5pPr marL="1076325" indent="0" algn="r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Modifiez le style des sous-titres du masque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816FE98-6A12-44EC-8485-8B5EFABDF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fr-FR" noProof="0"/>
              <a:t>Ajouter un pied de page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1DD44D8-4A8F-4693-B90A-166855B29D25}"/>
              </a:ext>
            </a:extLst>
          </p:cNvPr>
          <p:cNvSpPr/>
          <p:nvPr userDrawn="1"/>
        </p:nvSpPr>
        <p:spPr>
          <a:xfrm>
            <a:off x="9780588" y="5247782"/>
            <a:ext cx="2411412" cy="11482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13" name="Rectangle 12">
            <a:extLst>
              <a:ext uri="{FF2B5EF4-FFF2-40B4-BE49-F238E27FC236}">
                <a16:creationId xmlns:a16="http://schemas.microsoft.com/office/drawing/2014/main" id="{EC0FBB1B-4F0E-4365-BF27-3150FC6C3B90}"/>
              </a:ext>
            </a:extLst>
          </p:cNvPr>
          <p:cNvSpPr/>
          <p:nvPr userDrawn="1"/>
        </p:nvSpPr>
        <p:spPr>
          <a:xfrm>
            <a:off x="9780103" y="6803351"/>
            <a:ext cx="1979897" cy="5465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14" name="Rectangle 13">
            <a:extLst>
              <a:ext uri="{FF2B5EF4-FFF2-40B4-BE49-F238E27FC236}">
                <a16:creationId xmlns:a16="http://schemas.microsoft.com/office/drawing/2014/main" id="{7A13D8A8-6C3D-4527-959D-41C3213F7F02}"/>
              </a:ext>
            </a:extLst>
          </p:cNvPr>
          <p:cNvSpPr/>
          <p:nvPr userDrawn="1"/>
        </p:nvSpPr>
        <p:spPr>
          <a:xfrm>
            <a:off x="0" y="6803351"/>
            <a:ext cx="9780104" cy="546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15" name="Rectangle 14">
            <a:extLst>
              <a:ext uri="{FF2B5EF4-FFF2-40B4-BE49-F238E27FC236}">
                <a16:creationId xmlns:a16="http://schemas.microsoft.com/office/drawing/2014/main" id="{9504A767-1C0B-484E-BF7D-CD42D30A52EE}"/>
              </a:ext>
            </a:extLst>
          </p:cNvPr>
          <p:cNvSpPr/>
          <p:nvPr userDrawn="1"/>
        </p:nvSpPr>
        <p:spPr>
          <a:xfrm>
            <a:off x="11760000" y="6803351"/>
            <a:ext cx="432000" cy="54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5" name="Espace réservé du numéro de diapositive 4">
            <a:extLst>
              <a:ext uri="{FF2B5EF4-FFF2-40B4-BE49-F238E27FC236}">
                <a16:creationId xmlns:a16="http://schemas.microsoft.com/office/drawing/2014/main" id="{F50EF489-F21B-4E7C-9A44-D3CC8DC34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fr-FR" noProof="0" smtClean="0"/>
              <a:pPr rtl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4371590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séparation 2"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Espace réservé d’image 40">
            <a:extLst>
              <a:ext uri="{FF2B5EF4-FFF2-40B4-BE49-F238E27FC236}">
                <a16:creationId xmlns:a16="http://schemas.microsoft.com/office/drawing/2014/main" id="{EB7F0EE8-BE52-4A79-8FC8-4A2487FA01F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2411412" y="0"/>
            <a:ext cx="9780588" cy="6371351"/>
          </a:xfrm>
          <a:solidFill>
            <a:schemeClr val="bg1">
              <a:lumMod val="85000"/>
            </a:schemeClr>
          </a:solidFill>
        </p:spPr>
        <p:txBody>
          <a:bodyPr rtlCol="0" anchor="ctr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fr-FR" noProof="0" dirty="0"/>
              <a:t>Insérez ou glissez-déplacez </a:t>
            </a:r>
            <a:br>
              <a:rPr lang="fr-FR" noProof="0" dirty="0"/>
            </a:br>
            <a:r>
              <a:rPr lang="fr-FR" noProof="0" dirty="0"/>
              <a:t>votre photo ici</a:t>
            </a:r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E473AB13-DFF9-4538-9907-E261659E0E0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700" y="2156226"/>
            <a:ext cx="5958000" cy="1958400"/>
          </a:xfrm>
          <a:solidFill>
            <a:schemeClr val="bg1"/>
          </a:solidFill>
        </p:spPr>
        <p:txBody>
          <a:bodyPr lIns="252000" tIns="180000" rIns="180000" bIns="180000" rtlCol="0"/>
          <a:lstStyle>
            <a:lvl1pPr>
              <a:defRPr sz="4800" b="1" spc="-3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rtl="0"/>
            <a:r>
              <a:rPr lang="fr-FR" noProof="0" dirty="0"/>
              <a:t>Cliquez pour modifier le séparateur de section</a:t>
            </a:r>
          </a:p>
        </p:txBody>
      </p:sp>
      <p:sp>
        <p:nvSpPr>
          <p:cNvPr id="7" name="Sous-titre 2">
            <a:extLst>
              <a:ext uri="{FF2B5EF4-FFF2-40B4-BE49-F238E27FC236}">
                <a16:creationId xmlns:a16="http://schemas.microsoft.com/office/drawing/2014/main" id="{9E4D4535-D519-40ED-B8A4-2EA1276BB65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4110760"/>
            <a:ext cx="5956300" cy="1100565"/>
          </a:xfrm>
          <a:solidFill>
            <a:schemeClr val="tx1">
              <a:alpha val="80000"/>
            </a:schemeClr>
          </a:solidFill>
        </p:spPr>
        <p:txBody>
          <a:bodyPr lIns="252000" tIns="180000" rIns="180000" bIns="180000" rtlCol="0"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266700" indent="0" algn="r">
              <a:buNone/>
              <a:defRPr sz="1800">
                <a:solidFill>
                  <a:schemeClr val="bg1"/>
                </a:solidFill>
              </a:defRPr>
            </a:lvl2pPr>
            <a:lvl3pPr marL="542925" indent="0" algn="r">
              <a:buNone/>
              <a:defRPr sz="1800">
                <a:solidFill>
                  <a:schemeClr val="bg1"/>
                </a:solidFill>
              </a:defRPr>
            </a:lvl3pPr>
            <a:lvl4pPr marL="809625" indent="0" algn="r">
              <a:buNone/>
              <a:defRPr sz="1800">
                <a:solidFill>
                  <a:schemeClr val="bg1"/>
                </a:solidFill>
              </a:defRPr>
            </a:lvl4pPr>
            <a:lvl5pPr marL="1076325" indent="0" algn="r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 dirty="0"/>
              <a:t>Modifiez le style des sous-titres du masque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816FE98-6A12-44EC-8485-8B5EFABDF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fr-FR" noProof="0"/>
              <a:t>Ajouter un pied de page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1DD44D8-4A8F-4693-B90A-166855B29D25}"/>
              </a:ext>
            </a:extLst>
          </p:cNvPr>
          <p:cNvSpPr/>
          <p:nvPr userDrawn="1"/>
        </p:nvSpPr>
        <p:spPr>
          <a:xfrm>
            <a:off x="0" y="5209682"/>
            <a:ext cx="2411412" cy="1148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/>
            <a:endParaRPr lang="fr-FR" noProof="0"/>
          </a:p>
        </p:txBody>
      </p:sp>
      <p:sp>
        <p:nvSpPr>
          <p:cNvPr id="13" name="Rectangle 12">
            <a:extLst>
              <a:ext uri="{FF2B5EF4-FFF2-40B4-BE49-F238E27FC236}">
                <a16:creationId xmlns:a16="http://schemas.microsoft.com/office/drawing/2014/main" id="{EC0FBB1B-4F0E-4365-BF27-3150FC6C3B90}"/>
              </a:ext>
            </a:extLst>
          </p:cNvPr>
          <p:cNvSpPr/>
          <p:nvPr userDrawn="1"/>
        </p:nvSpPr>
        <p:spPr>
          <a:xfrm>
            <a:off x="9780103" y="6803351"/>
            <a:ext cx="1979897" cy="5465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14" name="Rectangle 13">
            <a:extLst>
              <a:ext uri="{FF2B5EF4-FFF2-40B4-BE49-F238E27FC236}">
                <a16:creationId xmlns:a16="http://schemas.microsoft.com/office/drawing/2014/main" id="{7A13D8A8-6C3D-4527-959D-41C3213F7F02}"/>
              </a:ext>
            </a:extLst>
          </p:cNvPr>
          <p:cNvSpPr/>
          <p:nvPr userDrawn="1"/>
        </p:nvSpPr>
        <p:spPr>
          <a:xfrm>
            <a:off x="0" y="6803351"/>
            <a:ext cx="9780104" cy="546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15" name="Rectangle 14">
            <a:extLst>
              <a:ext uri="{FF2B5EF4-FFF2-40B4-BE49-F238E27FC236}">
                <a16:creationId xmlns:a16="http://schemas.microsoft.com/office/drawing/2014/main" id="{9504A767-1C0B-484E-BF7D-CD42D30A52EE}"/>
              </a:ext>
            </a:extLst>
          </p:cNvPr>
          <p:cNvSpPr/>
          <p:nvPr userDrawn="1"/>
        </p:nvSpPr>
        <p:spPr>
          <a:xfrm>
            <a:off x="11760000" y="6803351"/>
            <a:ext cx="432000" cy="54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5" name="Espace réservé du numéro de diapositive 4">
            <a:extLst>
              <a:ext uri="{FF2B5EF4-FFF2-40B4-BE49-F238E27FC236}">
                <a16:creationId xmlns:a16="http://schemas.microsoft.com/office/drawing/2014/main" id="{F50EF489-F21B-4E7C-9A44-D3CC8DC34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fr-FR" noProof="0" smtClean="0"/>
              <a:pPr rtl="0"/>
              <a:t>‹N°›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22828585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position Texte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’image 6">
            <a:extLst>
              <a:ext uri="{FF2B5EF4-FFF2-40B4-BE49-F238E27FC236}">
                <a16:creationId xmlns:a16="http://schemas.microsoft.com/office/drawing/2014/main" id="{890ED7CE-A9D2-4D19-B978-56BFB74E657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096000" y="-1"/>
            <a:ext cx="6096000" cy="6371351"/>
          </a:xfrm>
          <a:solidFill>
            <a:schemeClr val="bg1">
              <a:lumMod val="95000"/>
            </a:schemeClr>
          </a:solidFill>
        </p:spPr>
        <p:txBody>
          <a:bodyPr tIns="1584000" rtlCol="0" anchor="t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fr-FR" noProof="0" dirty="0"/>
              <a:t>Insérez ou glissez-déplacez votre photo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11800" y="3802899"/>
            <a:ext cx="4648200" cy="985000"/>
          </a:xfrm>
          <a:solidFill>
            <a:schemeClr val="bg1"/>
          </a:solidFill>
        </p:spPr>
        <p:txBody>
          <a:bodyPr lIns="180000" tIns="180000" rIns="180000" bIns="180000" rtlCol="0"/>
          <a:lstStyle>
            <a:lvl1pPr algn="r">
              <a:defRPr sz="3600" b="1" spc="-3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fr-FR" noProof="0" dirty="0"/>
              <a:t>Modifier le titre de la page</a:t>
            </a:r>
          </a:p>
        </p:txBody>
      </p:sp>
      <p:sp>
        <p:nvSpPr>
          <p:cNvPr id="10" name="Sous-titre 2">
            <a:extLst>
              <a:ext uri="{FF2B5EF4-FFF2-40B4-BE49-F238E27FC236}">
                <a16:creationId xmlns:a16="http://schemas.microsoft.com/office/drawing/2014/main" id="{3FAEED1D-0E66-4F74-9455-675F5CB7EAD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1800" y="4787900"/>
            <a:ext cx="4648200" cy="1162800"/>
          </a:xfrm>
          <a:solidFill>
            <a:schemeClr val="tx1">
              <a:alpha val="80000"/>
            </a:schemeClr>
          </a:solidFill>
        </p:spPr>
        <p:txBody>
          <a:bodyPr lIns="180000" tIns="180000" rIns="180000" bIns="180000" rtlCol="0"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fr-FR" noProof="0"/>
              <a:t>Sous-titre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32000" y="2668686"/>
            <a:ext cx="5472000" cy="2999426"/>
          </a:xfrm>
        </p:spPr>
        <p:txBody>
          <a:bodyPr rtlCol="0" anchor="b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 rtlCol="0"/>
          <a:lstStyle/>
          <a:p>
            <a:pPr rtl="0"/>
            <a:r>
              <a:rPr lang="fr-FR" noProof="0"/>
              <a:t>Ajouter un pied de page</a:t>
            </a:r>
          </a:p>
        </p:txBody>
      </p:sp>
      <p:sp>
        <p:nvSpPr>
          <p:cNvPr id="5" name="Espace réservé du numéro de diapositive 4">
            <a:extLst>
              <a:ext uri="{FF2B5EF4-FFF2-40B4-BE49-F238E27FC236}">
                <a16:creationId xmlns:a16="http://schemas.microsoft.com/office/drawing/2014/main" id="{0505ED12-A431-4761-87A4-F05164BE0221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fr-FR" noProof="0" smtClean="0"/>
              <a:pPr rtl="0"/>
              <a:t>‹N°›</a:t>
            </a:fld>
            <a:endParaRPr lang="fr-FR" noProof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508F53F-6AA2-4060-904A-BC90211DC043}"/>
              </a:ext>
            </a:extLst>
          </p:cNvPr>
          <p:cNvSpPr/>
          <p:nvPr userDrawn="1"/>
        </p:nvSpPr>
        <p:spPr>
          <a:xfrm>
            <a:off x="9348588" y="3700775"/>
            <a:ext cx="2411412" cy="11482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/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3501039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position Image du tex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’image 6">
            <a:extLst>
              <a:ext uri="{FF2B5EF4-FFF2-40B4-BE49-F238E27FC236}">
                <a16:creationId xmlns:a16="http://schemas.microsoft.com/office/drawing/2014/main" id="{890ED7CE-A9D2-4D19-B978-56BFB74E657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-1"/>
            <a:ext cx="6096000" cy="6371351"/>
          </a:xfrm>
          <a:solidFill>
            <a:schemeClr val="bg1">
              <a:lumMod val="95000"/>
            </a:schemeClr>
          </a:solidFill>
        </p:spPr>
        <p:txBody>
          <a:bodyPr tIns="1584000" rtlCol="0" anchor="t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fr-FR" noProof="0"/>
              <a:t>Insérez ou glissez-déplacez votre photo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18100" y="1869795"/>
            <a:ext cx="6641900" cy="1124345"/>
          </a:xfrm>
          <a:solidFill>
            <a:schemeClr val="bg1">
              <a:lumMod val="95000"/>
            </a:schemeClr>
          </a:solidFill>
        </p:spPr>
        <p:txBody>
          <a:bodyPr lIns="180000" tIns="180000" rIns="180000" bIns="180000" rtlCol="0"/>
          <a:lstStyle>
            <a:lvl1pPr algn="l">
              <a:defRPr sz="4800" b="1" spc="-3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fr-FR" noProof="0" dirty="0"/>
              <a:t>Cliquez pour modifier le titre de la page</a:t>
            </a:r>
          </a:p>
        </p:txBody>
      </p:sp>
      <p:sp>
        <p:nvSpPr>
          <p:cNvPr id="10" name="Sous-titre 2">
            <a:extLst>
              <a:ext uri="{FF2B5EF4-FFF2-40B4-BE49-F238E27FC236}">
                <a16:creationId xmlns:a16="http://schemas.microsoft.com/office/drawing/2014/main" id="{3FAEED1D-0E66-4F74-9455-675F5CB7EAD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118334" y="2994141"/>
            <a:ext cx="6641626" cy="590155"/>
          </a:xfrm>
          <a:solidFill>
            <a:schemeClr val="tx1">
              <a:alpha val="80000"/>
            </a:schemeClr>
          </a:solidFill>
        </p:spPr>
        <p:txBody>
          <a:bodyPr lIns="180000" tIns="180000" rIns="180000" bIns="180000" rtlCol="0"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fr-FR" noProof="0"/>
              <a:t>Sous-titre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288000" y="3763648"/>
            <a:ext cx="5472000" cy="2428351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 rtlCol="0"/>
          <a:lstStyle/>
          <a:p>
            <a:pPr rtl="0"/>
            <a:r>
              <a:rPr lang="fr-FR" noProof="0"/>
              <a:t>Ajouter un pied de page</a:t>
            </a:r>
          </a:p>
        </p:txBody>
      </p:sp>
      <p:sp>
        <p:nvSpPr>
          <p:cNvPr id="5" name="Espace réservé du numéro de diapositive 4">
            <a:extLst>
              <a:ext uri="{FF2B5EF4-FFF2-40B4-BE49-F238E27FC236}">
                <a16:creationId xmlns:a16="http://schemas.microsoft.com/office/drawing/2014/main" id="{0505ED12-A431-4761-87A4-F05164BE0221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fr-FR" noProof="0" smtClean="0"/>
              <a:pPr rtl="0"/>
              <a:t>‹N°›</a:t>
            </a:fld>
            <a:endParaRPr lang="fr-FR" noProof="0"/>
          </a:p>
        </p:txBody>
      </p:sp>
      <p:sp>
        <p:nvSpPr>
          <p:cNvPr id="8" name="Rectangle 7">
            <a:extLst>
              <a:ext uri="{FF2B5EF4-FFF2-40B4-BE49-F238E27FC236}">
                <a16:creationId xmlns:a16="http://schemas.microsoft.com/office/drawing/2014/main" id="{FA5285E0-8F27-49C4-AADF-92A3B72D41FD}"/>
              </a:ext>
            </a:extLst>
          </p:cNvPr>
          <p:cNvSpPr/>
          <p:nvPr userDrawn="1"/>
        </p:nvSpPr>
        <p:spPr>
          <a:xfrm>
            <a:off x="9775824" y="1762069"/>
            <a:ext cx="1984175" cy="1148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/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843892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288DD7-6DAF-436D-B04A-EBCCAA3691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340000" cy="432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fr-FR" noProof="0"/>
              <a:t>Cliquez pour modifier le titre de la page</a:t>
            </a:r>
          </a:p>
        </p:txBody>
      </p:sp>
      <p:sp>
        <p:nvSpPr>
          <p:cNvPr id="9" name="Sous-titre 2">
            <a:extLst>
              <a:ext uri="{FF2B5EF4-FFF2-40B4-BE49-F238E27FC236}">
                <a16:creationId xmlns:a16="http://schemas.microsoft.com/office/drawing/2014/main" id="{E4633398-8EC3-417B-BEA6-101D8F22467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 rtlCol="0"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fr-FR" noProof="0"/>
              <a:t>Sous-titre</a:t>
            </a:r>
          </a:p>
        </p:txBody>
      </p:sp>
      <p:sp>
        <p:nvSpPr>
          <p:cNvPr id="3" name="Espace réservé de comparaison gauche 1">
            <a:extLst>
              <a:ext uri="{FF2B5EF4-FFF2-40B4-BE49-F238E27FC236}">
                <a16:creationId xmlns:a16="http://schemas.microsoft.com/office/drawing/2014/main" id="{9322B50D-6A7D-41C6-BA57-613BC231DF3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32000" y="1515834"/>
            <a:ext cx="5472000" cy="360000"/>
          </a:xfrm>
        </p:spPr>
        <p:txBody>
          <a:bodyPr rtlCol="0" anchor="t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4" name="Espace réservé du contenu 2">
            <a:extLst>
              <a:ext uri="{FF2B5EF4-FFF2-40B4-BE49-F238E27FC236}">
                <a16:creationId xmlns:a16="http://schemas.microsoft.com/office/drawing/2014/main" id="{9FD584DA-F775-47B8-A1D7-6556AD5FCBD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32000" y="2023668"/>
            <a:ext cx="5472000" cy="4168332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12" name="Espace réservé de comparaison gauche 2">
            <a:extLst>
              <a:ext uri="{FF2B5EF4-FFF2-40B4-BE49-F238E27FC236}">
                <a16:creationId xmlns:a16="http://schemas.microsoft.com/office/drawing/2014/main" id="{78A963F8-6F6E-440E-B3B3-DDE13C083A3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00000" y="1516359"/>
            <a:ext cx="5472000" cy="358775"/>
          </a:xfrm>
        </p:spPr>
        <p:txBody>
          <a:bodyPr rtlCol="0"/>
          <a:lstStyle>
            <a:lvl1pPr marL="0" indent="0">
              <a:buNone/>
              <a:defRPr sz="2400" b="1"/>
            </a:lvl1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8" name="Espace réservé du texte 4">
            <a:extLst>
              <a:ext uri="{FF2B5EF4-FFF2-40B4-BE49-F238E27FC236}">
                <a16:creationId xmlns:a16="http://schemas.microsoft.com/office/drawing/2014/main" id="{DF0A5256-B267-47DA-858A-0F3867CB613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99887" y="2020359"/>
            <a:ext cx="5472113" cy="4170891"/>
          </a:xfrm>
        </p:spPr>
        <p:txBody>
          <a:bodyPr rtlCol="0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46B8F99-FAB0-4B33-87ED-9FF46D11A90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 rtlCol="0"/>
          <a:lstStyle/>
          <a:p>
            <a:pPr rtl="0"/>
            <a:r>
              <a:rPr lang="fr-FR" noProof="0"/>
              <a:t>Ajouter un pied de page</a:t>
            </a:r>
          </a:p>
        </p:txBody>
      </p:sp>
      <p:sp>
        <p:nvSpPr>
          <p:cNvPr id="6" name="Espace réservé du numéro de diapositive 5">
            <a:extLst>
              <a:ext uri="{FF2B5EF4-FFF2-40B4-BE49-F238E27FC236}">
                <a16:creationId xmlns:a16="http://schemas.microsoft.com/office/drawing/2014/main" id="{18733E7E-50D2-4F6C-9DF2-CF4C98C4B847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fr-FR" noProof="0" smtClean="0"/>
              <a:pPr rtl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5099557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nd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’image 6">
            <a:extLst>
              <a:ext uri="{FF2B5EF4-FFF2-40B4-BE49-F238E27FC236}">
                <a16:creationId xmlns:a16="http://schemas.microsoft.com/office/drawing/2014/main" id="{890ED7CE-A9D2-4D19-B978-56BFB74E657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1"/>
            <a:ext cx="12192000" cy="6371350"/>
          </a:xfrm>
          <a:solidFill>
            <a:schemeClr val="bg1">
              <a:lumMod val="85000"/>
            </a:schemeClr>
          </a:solidFill>
        </p:spPr>
        <p:txBody>
          <a:bodyPr rtlCol="0" anchor="ctr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fr-FR" noProof="0"/>
              <a:t>Insérez ou glissez-déplacez votre photo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096000" y="5359400"/>
            <a:ext cx="5664000" cy="565899"/>
          </a:xfrm>
          <a:solidFill>
            <a:schemeClr val="tx1"/>
          </a:solidFill>
        </p:spPr>
        <p:txBody>
          <a:bodyPr lIns="180000" tIns="180000" rIns="180000" bIns="180000" rtlCol="0" anchor="ctr"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fr-FR" noProof="0"/>
              <a:t>Entrez votre légende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 rtlCol="0"/>
          <a:lstStyle/>
          <a:p>
            <a:pPr rtl="0"/>
            <a:r>
              <a:rPr lang="fr-FR" noProof="0"/>
              <a:t>Ajouter un pied de page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8B3D119C-DBF5-4B4F-BE38-7BD7B5C8A5D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fr-FR" noProof="0" smtClean="0"/>
              <a:pPr rtl="0"/>
              <a:t>‹N°›</a:t>
            </a:fld>
            <a:endParaRPr lang="fr-FR" noProof="0"/>
          </a:p>
        </p:txBody>
      </p:sp>
      <p:sp>
        <p:nvSpPr>
          <p:cNvPr id="5" name="Titre 4">
            <a:extLst>
              <a:ext uri="{FF2B5EF4-FFF2-40B4-BE49-F238E27FC236}">
                <a16:creationId xmlns:a16="http://schemas.microsoft.com/office/drawing/2014/main" id="{7F8E7C83-06D7-4C5B-85B7-0E5713B4FA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noProof="0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1987784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rci de votre attention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Espace réservé d’image 40">
            <a:extLst>
              <a:ext uri="{FF2B5EF4-FFF2-40B4-BE49-F238E27FC236}">
                <a16:creationId xmlns:a16="http://schemas.microsoft.com/office/drawing/2014/main" id="{EB7F0EE8-BE52-4A79-8FC8-4A2487FA01F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780102" cy="6804025"/>
          </a:xfrm>
          <a:solidFill>
            <a:schemeClr val="bg1">
              <a:lumMod val="85000"/>
            </a:schemeClr>
          </a:solidFill>
        </p:spPr>
        <p:txBody>
          <a:bodyPr tIns="0" rtlCol="0" anchor="ctr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fr-FR" noProof="0" dirty="0"/>
              <a:t>Insérez ou glissez-déplacez votre photo ici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458200" y="2798354"/>
            <a:ext cx="3733800" cy="1013684"/>
          </a:xfrm>
          <a:solidFill>
            <a:schemeClr val="bg1"/>
          </a:solidFill>
        </p:spPr>
        <p:txBody>
          <a:bodyPr vert="horz" lIns="108000" tIns="108000" rIns="252000" bIns="180000" rtlCol="0" anchor="t">
            <a:noAutofit/>
          </a:bodyPr>
          <a:lstStyle>
            <a:lvl1pPr algn="r">
              <a:lnSpc>
                <a:spcPct val="70000"/>
              </a:lnSpc>
              <a:defRPr lang="en-ZA" sz="4000" b="1" spc="-300" dirty="0"/>
            </a:lvl1pPr>
          </a:lstStyle>
          <a:p>
            <a:pPr lvl="0" algn="r" rtl="0"/>
            <a:r>
              <a:rPr lang="fr-FR" noProof="0" dirty="0"/>
              <a:t>Merci de votre attention</a:t>
            </a:r>
          </a:p>
        </p:txBody>
      </p:sp>
      <p:sp>
        <p:nvSpPr>
          <p:cNvPr id="9" name="Espace réservé du texte 5">
            <a:extLst>
              <a:ext uri="{FF2B5EF4-FFF2-40B4-BE49-F238E27FC236}">
                <a16:creationId xmlns:a16="http://schemas.microsoft.com/office/drawing/2014/main" id="{52FA7FC9-E40E-4144-84E4-34E3722E9A6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58200" y="3957705"/>
            <a:ext cx="2910342" cy="316800"/>
          </a:xfrm>
          <a:solidFill>
            <a:schemeClr val="tx1">
              <a:lumMod val="75000"/>
              <a:lumOff val="25000"/>
            </a:schemeClr>
          </a:solidFill>
        </p:spPr>
        <p:txBody>
          <a:bodyPr rIns="72000" rtlCol="0" anchor="ctr"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fr-FR" noProof="0"/>
              <a:t>Nom complet</a:t>
            </a:r>
          </a:p>
        </p:txBody>
      </p:sp>
      <p:sp>
        <p:nvSpPr>
          <p:cNvPr id="10" name="Espace réservé du texte 6">
            <a:extLst>
              <a:ext uri="{FF2B5EF4-FFF2-40B4-BE49-F238E27FC236}">
                <a16:creationId xmlns:a16="http://schemas.microsoft.com/office/drawing/2014/main" id="{97289182-4FE6-4A18-9775-4588D5801CF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58200" y="4306722"/>
            <a:ext cx="2910342" cy="316800"/>
          </a:xfrm>
          <a:solidFill>
            <a:schemeClr val="tx1">
              <a:lumMod val="75000"/>
              <a:lumOff val="25000"/>
            </a:schemeClr>
          </a:solidFill>
        </p:spPr>
        <p:txBody>
          <a:bodyPr rIns="72000" rtlCol="0" anchor="ctr"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fr-FR" noProof="0"/>
              <a:t>Numéro de téléphone</a:t>
            </a:r>
          </a:p>
        </p:txBody>
      </p:sp>
      <p:sp>
        <p:nvSpPr>
          <p:cNvPr id="11" name="Espace réservé du texte 7">
            <a:extLst>
              <a:ext uri="{FF2B5EF4-FFF2-40B4-BE49-F238E27FC236}">
                <a16:creationId xmlns:a16="http://schemas.microsoft.com/office/drawing/2014/main" id="{BD4E94C7-6CAF-4FEE-9E02-D3D3A2AC5EA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458200" y="4655739"/>
            <a:ext cx="2910342" cy="316800"/>
          </a:xfrm>
          <a:solidFill>
            <a:schemeClr val="tx1">
              <a:lumMod val="75000"/>
              <a:lumOff val="25000"/>
            </a:schemeClr>
          </a:solidFill>
        </p:spPr>
        <p:txBody>
          <a:bodyPr rIns="72000" rtlCol="0" anchor="ctr"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fr-FR" noProof="0"/>
              <a:t>Poignée E-mail ou Réseaux sociaux</a:t>
            </a:r>
          </a:p>
        </p:txBody>
      </p:sp>
      <p:sp>
        <p:nvSpPr>
          <p:cNvPr id="12" name="Espace réservé du texte 8">
            <a:extLst>
              <a:ext uri="{FF2B5EF4-FFF2-40B4-BE49-F238E27FC236}">
                <a16:creationId xmlns:a16="http://schemas.microsoft.com/office/drawing/2014/main" id="{0DE421A3-3C59-48FC-BC3B-007ADFBEB4F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458200" y="5004756"/>
            <a:ext cx="2910342" cy="316800"/>
          </a:xfrm>
          <a:solidFill>
            <a:schemeClr val="tx1">
              <a:lumMod val="75000"/>
              <a:lumOff val="25000"/>
            </a:schemeClr>
          </a:solidFill>
        </p:spPr>
        <p:txBody>
          <a:bodyPr rIns="72000" rtlCol="0" anchor="ctr"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fr-FR" noProof="0"/>
              <a:t>Site web de l’entreprise</a:t>
            </a:r>
          </a:p>
        </p:txBody>
      </p:sp>
      <p:sp>
        <p:nvSpPr>
          <p:cNvPr id="15" name="Rectangle 14">
            <a:extLst>
              <a:ext uri="{FF2B5EF4-FFF2-40B4-BE49-F238E27FC236}">
                <a16:creationId xmlns:a16="http://schemas.microsoft.com/office/drawing/2014/main" id="{9504A767-1C0B-484E-BF7D-CD42D30A52EE}"/>
              </a:ext>
            </a:extLst>
          </p:cNvPr>
          <p:cNvSpPr/>
          <p:nvPr userDrawn="1"/>
        </p:nvSpPr>
        <p:spPr>
          <a:xfrm>
            <a:off x="11760000" y="6803351"/>
            <a:ext cx="432000" cy="54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14" name="Rectangle 13">
            <a:extLst>
              <a:ext uri="{FF2B5EF4-FFF2-40B4-BE49-F238E27FC236}">
                <a16:creationId xmlns:a16="http://schemas.microsoft.com/office/drawing/2014/main" id="{7A13D8A8-6C3D-4527-959D-41C3213F7F02}"/>
              </a:ext>
            </a:extLst>
          </p:cNvPr>
          <p:cNvSpPr/>
          <p:nvPr userDrawn="1"/>
        </p:nvSpPr>
        <p:spPr>
          <a:xfrm>
            <a:off x="0" y="6803351"/>
            <a:ext cx="9780104" cy="546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13" name="Rectangle 12">
            <a:extLst>
              <a:ext uri="{FF2B5EF4-FFF2-40B4-BE49-F238E27FC236}">
                <a16:creationId xmlns:a16="http://schemas.microsoft.com/office/drawing/2014/main" id="{EC0FBB1B-4F0E-4365-BF27-3150FC6C3B90}"/>
              </a:ext>
            </a:extLst>
          </p:cNvPr>
          <p:cNvSpPr/>
          <p:nvPr userDrawn="1"/>
        </p:nvSpPr>
        <p:spPr>
          <a:xfrm>
            <a:off x="9780103" y="6803351"/>
            <a:ext cx="1979897" cy="5465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8" name="Rectangle 7">
            <a:extLst>
              <a:ext uri="{FF2B5EF4-FFF2-40B4-BE49-F238E27FC236}">
                <a16:creationId xmlns:a16="http://schemas.microsoft.com/office/drawing/2014/main" id="{51DD44D8-4A8F-4693-B90A-166855B29D25}"/>
              </a:ext>
            </a:extLst>
          </p:cNvPr>
          <p:cNvSpPr/>
          <p:nvPr userDrawn="1"/>
        </p:nvSpPr>
        <p:spPr>
          <a:xfrm>
            <a:off x="8458200" y="2685912"/>
            <a:ext cx="3733800" cy="11482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22FB6A7-1E80-487C-93E6-DCAA8751EF21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fr-FR" noProof="0" smtClean="0"/>
              <a:pPr rtl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0496631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fr-FR" noProof="0"/>
              <a:t>Cliquez pour modifier le titre de la page</a:t>
            </a:r>
          </a:p>
        </p:txBody>
      </p:sp>
      <p:sp>
        <p:nvSpPr>
          <p:cNvPr id="7" name="Sous-titre 2">
            <a:extLst>
              <a:ext uri="{FF2B5EF4-FFF2-40B4-BE49-F238E27FC236}">
                <a16:creationId xmlns:a16="http://schemas.microsoft.com/office/drawing/2014/main" id="{E97A9A62-1AA6-47A9-A1A0-54196823744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 rtlCol="0"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fr-FR" noProof="0"/>
              <a:t>Sous-titre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8FE0EB3-0FF4-4285-B9D3-90A5751B7BB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 rtl="0"/>
            <a:r>
              <a:rPr lang="fr-FR" noProof="0"/>
              <a:t>Ajouter un pied de page</a:t>
            </a:r>
          </a:p>
        </p:txBody>
      </p:sp>
      <p:sp>
        <p:nvSpPr>
          <p:cNvPr id="5" name="Espace réservé du numéro de diapositive 4">
            <a:extLst>
              <a:ext uri="{FF2B5EF4-FFF2-40B4-BE49-F238E27FC236}">
                <a16:creationId xmlns:a16="http://schemas.microsoft.com/office/drawing/2014/main" id="{C8DE0AAD-6FBD-416B-A91A-21F2B737919E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fr-FR" noProof="0" smtClean="0"/>
              <a:pPr rtl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7345016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340000" cy="432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fr-FR" noProof="0"/>
              <a:t>Cliquez pour modifier le titre de la page</a:t>
            </a:r>
          </a:p>
        </p:txBody>
      </p:sp>
      <p:sp>
        <p:nvSpPr>
          <p:cNvPr id="7" name="Sous-titre 2">
            <a:extLst>
              <a:ext uri="{FF2B5EF4-FFF2-40B4-BE49-F238E27FC236}">
                <a16:creationId xmlns:a16="http://schemas.microsoft.com/office/drawing/2014/main" id="{7DEBF36F-ADC5-48FF-BFAF-3BED06924FD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 rtlCol="0"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fr-FR" noProof="0"/>
              <a:t>Sous-titre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32000" y="1512000"/>
            <a:ext cx="5472000" cy="4680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6" name="Espace réservé du texte 4">
            <a:extLst>
              <a:ext uri="{FF2B5EF4-FFF2-40B4-BE49-F238E27FC236}">
                <a16:creationId xmlns:a16="http://schemas.microsoft.com/office/drawing/2014/main" id="{7867C73D-EE16-41D1-B7CE-A35C765E3B8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99887" y="1511250"/>
            <a:ext cx="5472113" cy="4680000"/>
          </a:xfrm>
        </p:spPr>
        <p:txBody>
          <a:bodyPr rtlCol="0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 rtlCol="0"/>
          <a:lstStyle/>
          <a:p>
            <a:pPr rtl="0"/>
            <a:r>
              <a:rPr lang="fr-FR" noProof="0"/>
              <a:t>Ajouter un pied de page</a:t>
            </a:r>
          </a:p>
        </p:txBody>
      </p:sp>
      <p:sp>
        <p:nvSpPr>
          <p:cNvPr id="5" name="Espace réservé du numéro de diapositive 4">
            <a:extLst>
              <a:ext uri="{FF2B5EF4-FFF2-40B4-BE49-F238E27FC236}">
                <a16:creationId xmlns:a16="http://schemas.microsoft.com/office/drawing/2014/main" id="{F64CFC6C-1D8B-46C9-B0F7-A8BD88D8AB46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fr-FR" noProof="0" smtClean="0"/>
              <a:pPr rtl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8915521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340000" cy="432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fr-FR" noProof="0"/>
              <a:t>Cliquez pour modifier le titre de la page</a:t>
            </a:r>
          </a:p>
        </p:txBody>
      </p:sp>
      <p:sp>
        <p:nvSpPr>
          <p:cNvPr id="9" name="Sous-titre 2">
            <a:extLst>
              <a:ext uri="{FF2B5EF4-FFF2-40B4-BE49-F238E27FC236}">
                <a16:creationId xmlns:a16="http://schemas.microsoft.com/office/drawing/2014/main" id="{F94EB5D3-F8CB-4E76-8D7E-FF441818EEC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 rtlCol="0"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fr-FR" noProof="0"/>
              <a:t>Sous-titre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32000" y="1512000"/>
            <a:ext cx="3600000" cy="467925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16A38E24-EB1C-472F-B631-5DF32F9C4CF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01550" y="1511476"/>
            <a:ext cx="3600450" cy="4679249"/>
          </a:xfrm>
        </p:spPr>
        <p:txBody>
          <a:bodyPr rtlCol="0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11" name="Espace réservé du texte 5">
            <a:extLst>
              <a:ext uri="{FF2B5EF4-FFF2-40B4-BE49-F238E27FC236}">
                <a16:creationId xmlns:a16="http://schemas.microsoft.com/office/drawing/2014/main" id="{5B4A252E-78C9-4F76-98A4-A4B580AD072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171550" y="1511475"/>
            <a:ext cx="3600450" cy="4679250"/>
          </a:xfrm>
        </p:spPr>
        <p:txBody>
          <a:bodyPr rtlCol="0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D4BCA97-F31B-451D-82F8-6E000DF2118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 rtlCol="0"/>
          <a:lstStyle/>
          <a:p>
            <a:pPr rtl="0"/>
            <a:r>
              <a:rPr lang="fr-FR" noProof="0"/>
              <a:t>Ajouter un pied de page</a:t>
            </a:r>
          </a:p>
        </p:txBody>
      </p:sp>
      <p:sp>
        <p:nvSpPr>
          <p:cNvPr id="6" name="Espace réservé du numéro de diapositive 5">
            <a:extLst>
              <a:ext uri="{FF2B5EF4-FFF2-40B4-BE49-F238E27FC236}">
                <a16:creationId xmlns:a16="http://schemas.microsoft.com/office/drawing/2014/main" id="{0817AAC4-A657-4D75-A527-0307AFF2B17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fr-FR" noProof="0" smtClean="0"/>
              <a:pPr rtl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6543880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340000" cy="432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fr-FR" noProof="0"/>
              <a:t>Cliquez pour modifier le titre de la page</a:t>
            </a:r>
          </a:p>
        </p:txBody>
      </p:sp>
      <p:sp>
        <p:nvSpPr>
          <p:cNvPr id="10" name="Sous-titre 2">
            <a:extLst>
              <a:ext uri="{FF2B5EF4-FFF2-40B4-BE49-F238E27FC236}">
                <a16:creationId xmlns:a16="http://schemas.microsoft.com/office/drawing/2014/main" id="{9D7ACCB5-9A86-4F46-89E2-B79F48C9EC1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 rtlCol="0"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fr-FR" noProof="0"/>
              <a:t>Sous-titre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32000" y="1512000"/>
            <a:ext cx="2160000" cy="467925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1F5B3657-F2AE-455A-BF81-1A0C2ACECD2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26412" y="1512000"/>
            <a:ext cx="2160588" cy="4679250"/>
          </a:xfrm>
        </p:spPr>
        <p:txBody>
          <a:bodyPr rtlCol="0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13" name="Espace réservé du texte 5">
            <a:extLst>
              <a:ext uri="{FF2B5EF4-FFF2-40B4-BE49-F238E27FC236}">
                <a16:creationId xmlns:a16="http://schemas.microsoft.com/office/drawing/2014/main" id="{6A983D98-E0AB-429A-9EC2-B50D4216D69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21412" y="1512000"/>
            <a:ext cx="2160588" cy="4679250"/>
          </a:xfrm>
        </p:spPr>
        <p:txBody>
          <a:bodyPr rtlCol="0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15" name="Espace réservé du texte 6">
            <a:extLst>
              <a:ext uri="{FF2B5EF4-FFF2-40B4-BE49-F238E27FC236}">
                <a16:creationId xmlns:a16="http://schemas.microsoft.com/office/drawing/2014/main" id="{755213BF-EF6D-45DC-A01B-DE6C2F23A6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316412" y="1507535"/>
            <a:ext cx="2160588" cy="4679250"/>
          </a:xfrm>
        </p:spPr>
        <p:txBody>
          <a:bodyPr rtlCol="0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17" name="Espace réservé du texte 7">
            <a:extLst>
              <a:ext uri="{FF2B5EF4-FFF2-40B4-BE49-F238E27FC236}">
                <a16:creationId xmlns:a16="http://schemas.microsoft.com/office/drawing/2014/main" id="{77D6BBBA-F4A3-45D4-91BC-A405FFDC7C3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611412" y="1507535"/>
            <a:ext cx="2160588" cy="4683715"/>
          </a:xfrm>
        </p:spPr>
        <p:txBody>
          <a:bodyPr rtlCol="0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D09234E-176D-4BBF-9391-7B6F018C51A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pPr rtl="0"/>
            <a:r>
              <a:rPr lang="fr-FR" noProof="0"/>
              <a:t>Ajouter un pied de page</a:t>
            </a:r>
          </a:p>
        </p:txBody>
      </p:sp>
      <p:sp>
        <p:nvSpPr>
          <p:cNvPr id="6" name="Espace réservé du numéro de diapositive 5">
            <a:extLst>
              <a:ext uri="{FF2B5EF4-FFF2-40B4-BE49-F238E27FC236}">
                <a16:creationId xmlns:a16="http://schemas.microsoft.com/office/drawing/2014/main" id="{009ABD5E-B8F1-4246-B167-09138760AD7D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fr-FR" noProof="0" smtClean="0"/>
              <a:pPr rtl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9748372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uniqu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fr-FR" noProof="0"/>
              <a:t>Cliquez pour modifier le titre de la page</a:t>
            </a:r>
          </a:p>
        </p:txBody>
      </p:sp>
      <p:sp>
        <p:nvSpPr>
          <p:cNvPr id="5" name="Sous-titre 2">
            <a:extLst>
              <a:ext uri="{FF2B5EF4-FFF2-40B4-BE49-F238E27FC236}">
                <a16:creationId xmlns:a16="http://schemas.microsoft.com/office/drawing/2014/main" id="{10727B06-56A8-44A2-B6C2-9ED183D107F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 rtlCol="0"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fr-FR" noProof="0"/>
              <a:t>Sous-titre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08CCB8C2-B6A2-4C69-8D3A-57420A034BA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 rtl="0"/>
            <a:r>
              <a:rPr lang="fr-FR" noProof="0"/>
              <a:t>Ajouter un pied de page</a:t>
            </a:r>
          </a:p>
        </p:txBody>
      </p:sp>
      <p:sp>
        <p:nvSpPr>
          <p:cNvPr id="4" name="Espace réservé du numéro de diapositive 3">
            <a:extLst>
              <a:ext uri="{FF2B5EF4-FFF2-40B4-BE49-F238E27FC236}">
                <a16:creationId xmlns:a16="http://schemas.microsoft.com/office/drawing/2014/main" id="{853CF994-8B2C-443F-B695-7378DD360DAA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fr-FR" noProof="0" smtClean="0"/>
              <a:pPr rtl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5058552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16D0504D-4610-4E9E-A2DB-8B701F044BB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 rtl="0"/>
            <a:r>
              <a:rPr lang="fr-FR" noProof="0"/>
              <a:t>Ajouter un pied de page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A95CDFA7-DEA3-4BBE-8D70-0AF654A1E6F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fr-FR" noProof="0" smtClean="0"/>
              <a:pPr rtl="0"/>
              <a:t>‹N°›</a:t>
            </a:fld>
            <a:endParaRPr lang="fr-FR" noProof="0"/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90694D9D-C633-4D52-965E-E5BBD9883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noProof="0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11397670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EB0D177-9AA4-42F4-9CD7-CD206217CA6D}"/>
              </a:ext>
            </a:extLst>
          </p:cNvPr>
          <p:cNvSpPr/>
          <p:nvPr userDrawn="1"/>
        </p:nvSpPr>
        <p:spPr>
          <a:xfrm>
            <a:off x="9780101" y="6371351"/>
            <a:ext cx="1979897" cy="4319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825DB53-D610-4A40-AFDC-EBC47DB613CE}"/>
              </a:ext>
            </a:extLst>
          </p:cNvPr>
          <p:cNvSpPr/>
          <p:nvPr userDrawn="1"/>
        </p:nvSpPr>
        <p:spPr>
          <a:xfrm>
            <a:off x="9780103" y="6803351"/>
            <a:ext cx="1979897" cy="5465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31" name="Forme libre : Forme 30">
            <a:extLst>
              <a:ext uri="{FF2B5EF4-FFF2-40B4-BE49-F238E27FC236}">
                <a16:creationId xmlns:a16="http://schemas.microsoft.com/office/drawing/2014/main" id="{C2B9A6A4-83D0-40B1-8B15-964C84BF0705}"/>
              </a:ext>
            </a:extLst>
          </p:cNvPr>
          <p:cNvSpPr/>
          <p:nvPr userDrawn="1"/>
        </p:nvSpPr>
        <p:spPr>
          <a:xfrm>
            <a:off x="0" y="6371351"/>
            <a:ext cx="9780102" cy="432000"/>
          </a:xfrm>
          <a:custGeom>
            <a:avLst/>
            <a:gdLst>
              <a:gd name="connsiteX0" fmla="*/ 0 w 9780102"/>
              <a:gd name="connsiteY0" fmla="*/ 0 h 432000"/>
              <a:gd name="connsiteX1" fmla="*/ 9780102 w 9780102"/>
              <a:gd name="connsiteY1" fmla="*/ 0 h 432000"/>
              <a:gd name="connsiteX2" fmla="*/ 9780102 w 9780102"/>
              <a:gd name="connsiteY2" fmla="*/ 432000 h 432000"/>
              <a:gd name="connsiteX3" fmla="*/ 0 w 9780102"/>
              <a:gd name="connsiteY3" fmla="*/ 432000 h 43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780102" h="432000">
                <a:moveTo>
                  <a:pt x="0" y="0"/>
                </a:moveTo>
                <a:lnTo>
                  <a:pt x="9780102" y="0"/>
                </a:lnTo>
                <a:lnTo>
                  <a:pt x="9780102" y="432000"/>
                </a:lnTo>
                <a:lnTo>
                  <a:pt x="0" y="432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090F41A2-6535-4CA6-81E4-026A5B56D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28000" cy="43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pPr rtl="0"/>
            <a:r>
              <a:rPr lang="fr-FR" noProof="0"/>
              <a:t>Cliquez pour modifier le titre de la page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13AB95C-7DD4-4796-80E4-1B7466A2A0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2000" y="1512000"/>
            <a:ext cx="11328000" cy="46792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8879C91-B77F-4273-9A27-A3535FB889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2000" y="6439820"/>
            <a:ext cx="5664000" cy="295062"/>
          </a:xfrm>
          <a:prstGeom prst="rect">
            <a:avLst/>
          </a:prstGeom>
          <a:noFill/>
        </p:spPr>
        <p:txBody>
          <a:bodyPr vert="horz" lIns="0" tIns="0" rIns="0" bIns="0" rtlCol="0" anchor="ctr"/>
          <a:lstStyle>
            <a:lvl1pPr algn="l"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fr-FR" noProof="0"/>
              <a:t>Ajouter un pied de page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ECA3099-A94F-4C3E-BC29-780EDD38F7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60000" y="6371351"/>
            <a:ext cx="432000" cy="432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vert="horz" lIns="0" tIns="0" rIns="0" bIns="0" rtlCol="0" anchor="ctr"/>
          <a:lstStyle>
            <a:lvl1pPr algn="ctr"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fld id="{19B51A1E-902D-48AF-9020-955120F399B6}" type="slidenum">
              <a:rPr lang="fr-FR" noProof="0" smtClean="0"/>
              <a:pPr rtl="0"/>
              <a:t>‹N°›</a:t>
            </a:fld>
            <a:endParaRPr lang="fr-FR" noProof="0"/>
          </a:p>
        </p:txBody>
      </p:sp>
      <p:sp>
        <p:nvSpPr>
          <p:cNvPr id="4" name="Zone de texte 3">
            <a:extLst>
              <a:ext uri="{FF2B5EF4-FFF2-40B4-BE49-F238E27FC236}">
                <a16:creationId xmlns:a16="http://schemas.microsoft.com/office/drawing/2014/main" id="{34FDC6F9-37F9-4E25-AECA-D307B8421C73}"/>
              </a:ext>
            </a:extLst>
          </p:cNvPr>
          <p:cNvSpPr txBox="1"/>
          <p:nvPr userDrawn="1"/>
        </p:nvSpPr>
        <p:spPr>
          <a:xfrm>
            <a:off x="10243100" y="6430153"/>
            <a:ext cx="1053900" cy="365535"/>
          </a:xfrm>
          <a:prstGeom prst="rect">
            <a:avLst/>
          </a:prstGeom>
          <a:noFill/>
        </p:spPr>
        <p:txBody>
          <a:bodyPr wrap="square" tIns="108000" bIns="0" rtlCol="0" anchor="ctr">
            <a:spAutoFit/>
          </a:bodyPr>
          <a:lstStyle/>
          <a:p>
            <a:pPr algn="r" rtl="0">
              <a:lnSpc>
                <a:spcPts val="1000"/>
              </a:lnSpc>
            </a:pPr>
            <a:r>
              <a:rPr lang="fr-FR" sz="2500" b="1" i="0" spc="-100" noProof="0">
                <a:solidFill>
                  <a:schemeClr val="accent1"/>
                </a:solidFill>
                <a:latin typeface="+mj-lt"/>
              </a:rPr>
              <a:t>TREY</a:t>
            </a:r>
            <a:r>
              <a:rPr lang="fr-FR" sz="1600" b="1" i="0" spc="-100" noProof="0">
                <a:solidFill>
                  <a:schemeClr val="accent1"/>
                </a:solidFill>
                <a:latin typeface="+mj-lt"/>
              </a:rPr>
              <a:t> </a:t>
            </a:r>
            <a:br>
              <a:rPr lang="fr-FR" sz="1600" b="1" i="0" spc="-100" baseline="0" noProof="0">
                <a:solidFill>
                  <a:schemeClr val="accent1"/>
                </a:solidFill>
                <a:latin typeface="+mj-lt"/>
              </a:rPr>
            </a:br>
            <a:r>
              <a:rPr lang="fr-FR" sz="1200" b="0" i="0" spc="140" noProof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Research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BC39664-EB8B-4A32-915A-D4308F792772}"/>
              </a:ext>
            </a:extLst>
          </p:cNvPr>
          <p:cNvSpPr/>
          <p:nvPr userDrawn="1"/>
        </p:nvSpPr>
        <p:spPr>
          <a:xfrm>
            <a:off x="0" y="6803351"/>
            <a:ext cx="9780104" cy="546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9" name="Rectangle 28">
            <a:extLst>
              <a:ext uri="{FF2B5EF4-FFF2-40B4-BE49-F238E27FC236}">
                <a16:creationId xmlns:a16="http://schemas.microsoft.com/office/drawing/2014/main" id="{9B49670D-8F18-44A8-B217-67B412095C0D}"/>
              </a:ext>
            </a:extLst>
          </p:cNvPr>
          <p:cNvSpPr/>
          <p:nvPr userDrawn="1"/>
        </p:nvSpPr>
        <p:spPr>
          <a:xfrm>
            <a:off x="11760000" y="6803351"/>
            <a:ext cx="432000" cy="54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030FA059-EC32-4FFF-9673-48849B2FA43A}"/>
              </a:ext>
            </a:extLst>
          </p:cNvPr>
          <p:cNvCxnSpPr>
            <a:cxnSpLocks/>
          </p:cNvCxnSpPr>
          <p:nvPr userDrawn="1"/>
        </p:nvCxnSpPr>
        <p:spPr>
          <a:xfrm flipH="1">
            <a:off x="1" y="6371351"/>
            <a:ext cx="12191999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163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2" r:id="rId2"/>
    <p:sldLayoutId id="2147483663" r:id="rId3"/>
    <p:sldLayoutId id="2147483658" r:id="rId4"/>
    <p:sldLayoutId id="2147483666" r:id="rId5"/>
    <p:sldLayoutId id="2147483659" r:id="rId6"/>
    <p:sldLayoutId id="2147483660" r:id="rId7"/>
    <p:sldLayoutId id="2147483664" r:id="rId8"/>
    <p:sldLayoutId id="2147483650" r:id="rId9"/>
    <p:sldLayoutId id="2147483652" r:id="rId10"/>
    <p:sldLayoutId id="2147483656" r:id="rId11"/>
    <p:sldLayoutId id="2147483657" r:id="rId12"/>
    <p:sldLayoutId id="2147483654" r:id="rId13"/>
    <p:sldLayoutId id="2147483655" r:id="rId14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 spc="-15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66700" indent="-2667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42925" indent="-276225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096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0763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3430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7" Type="http://schemas.openxmlformats.org/officeDocument/2006/relationships/image" Target="../media/image29.sv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8.svg"/><Relationship Id="rId5" Type="http://schemas.openxmlformats.org/officeDocument/2006/relationships/image" Target="../media/image27.svg"/><Relationship Id="rId4" Type="http://schemas.openxmlformats.org/officeDocument/2006/relationships/image" Target="../media/image26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33.png"/><Relationship Id="rId5" Type="http://schemas.openxmlformats.org/officeDocument/2006/relationships/image" Target="../media/image32.svg"/><Relationship Id="rId4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Espace réservé d’image 11" descr="Mains rassemblées en cercle">
            <a:extLst>
              <a:ext uri="{FF2B5EF4-FFF2-40B4-BE49-F238E27FC236}">
                <a16:creationId xmlns:a16="http://schemas.microsoft.com/office/drawing/2014/main" id="{AA8A1CBA-9BB5-2246-9F4B-98EAD7C9015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3" name="Titre 2">
            <a:extLst>
              <a:ext uri="{FF2B5EF4-FFF2-40B4-BE49-F238E27FC236}">
                <a16:creationId xmlns:a16="http://schemas.microsoft.com/office/drawing/2014/main" id="{200B3D2B-613A-41BE-987D-E6A1324B45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" y="2811053"/>
            <a:ext cx="12039600" cy="1261295"/>
          </a:xfrm>
        </p:spPr>
        <p:txBody>
          <a:bodyPr tIns="216000" rtlCol="0"/>
          <a:lstStyle/>
          <a:p>
            <a:r>
              <a:rPr lang="en-US" sz="6000" dirty="0"/>
              <a:t>Screen Time vs Mental Wellness (2025) </a:t>
            </a:r>
            <a:endParaRPr lang="fr-FR" sz="6000" dirty="0"/>
          </a:p>
        </p:txBody>
      </p:sp>
      <p:sp>
        <p:nvSpPr>
          <p:cNvPr id="4" name="Sous-titre 3">
            <a:extLst>
              <a:ext uri="{FF2B5EF4-FFF2-40B4-BE49-F238E27FC236}">
                <a16:creationId xmlns:a16="http://schemas.microsoft.com/office/drawing/2014/main" id="{4772945D-CA91-4CFE-8EB7-941C7618C9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400" y="4061039"/>
            <a:ext cx="6580188" cy="580921"/>
          </a:xfrm>
        </p:spPr>
        <p:txBody>
          <a:bodyPr rtlCol="0"/>
          <a:lstStyle/>
          <a:p>
            <a:r>
              <a:rPr lang="en-US" i="1" dirty="0"/>
              <a:t>Exploratory Data Analysis + SQL Insights</a:t>
            </a:r>
            <a:r>
              <a:rPr lang="en-US" dirty="0"/>
              <a:t> </a:t>
            </a:r>
            <a:endParaRPr lang="fr-FR" dirty="0"/>
          </a:p>
        </p:txBody>
      </p:sp>
      <p:sp>
        <p:nvSpPr>
          <p:cNvPr id="51" name="Zone de texte 50">
            <a:extLst>
              <a:ext uri="{FF2B5EF4-FFF2-40B4-BE49-F238E27FC236}">
                <a16:creationId xmlns:a16="http://schemas.microsoft.com/office/drawing/2014/main" id="{66C1DE0A-7865-466B-B5D7-781C92357026}"/>
              </a:ext>
            </a:extLst>
          </p:cNvPr>
          <p:cNvSpPr txBox="1"/>
          <p:nvPr/>
        </p:nvSpPr>
        <p:spPr>
          <a:xfrm>
            <a:off x="9709303" y="4916640"/>
            <a:ext cx="2553983" cy="1043093"/>
          </a:xfrm>
          <a:prstGeom prst="rect">
            <a:avLst/>
          </a:prstGeom>
          <a:noFill/>
        </p:spPr>
        <p:txBody>
          <a:bodyPr wrap="square" tIns="108000" bIns="0" rtlCol="0" anchor="ctr">
            <a:spAutoFit/>
          </a:bodyPr>
          <a:lstStyle/>
          <a:p>
            <a:pPr algn="ctr" rtl="0">
              <a:lnSpc>
                <a:spcPts val="1400"/>
              </a:lnSpc>
            </a:pPr>
            <a:r>
              <a:rPr lang="fr-FR" sz="3600" b="1" i="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BOSMANS</a:t>
            </a:r>
            <a:r>
              <a:rPr lang="fr-FR" sz="2400" b="1" i="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 </a:t>
            </a:r>
          </a:p>
          <a:p>
            <a:pPr algn="ctr" rtl="0">
              <a:lnSpc>
                <a:spcPts val="1400"/>
              </a:lnSpc>
            </a:pPr>
            <a:br>
              <a:rPr lang="fr-FR" sz="2400" b="1" i="0" spc="-10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</a:br>
            <a:r>
              <a:rPr lang="fr-FR" sz="2400" spc="14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EMMANUEL</a:t>
            </a:r>
            <a:endParaRPr lang="fr-FR" sz="2400" spc="14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  <a:p>
            <a:pPr algn="ctr" rtl="0">
              <a:lnSpc>
                <a:spcPts val="1400"/>
              </a:lnSpc>
            </a:pPr>
            <a:endParaRPr lang="fr-FR" sz="2400" spc="140" baseline="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  <a:p>
            <a:pPr algn="ctr" rtl="0">
              <a:lnSpc>
                <a:spcPts val="1400"/>
              </a:lnSpc>
            </a:pPr>
            <a:r>
              <a:rPr lang="fr-FR" sz="2400" spc="14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CHRISTIAN</a:t>
            </a:r>
            <a:endParaRPr lang="fr-FR" b="0" i="0" spc="14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9899232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355C61F-C8F1-4977-8E1F-F16C0D9EA8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2000" y="2564537"/>
            <a:ext cx="5472000" cy="1980037"/>
          </a:xfrm>
        </p:spPr>
        <p:txBody>
          <a:bodyPr rtlCol="0"/>
          <a:lstStyle/>
          <a:p>
            <a:pPr marL="0" indent="0">
              <a:buNone/>
            </a:pPr>
            <a:r>
              <a:rPr lang="fr-FR" sz="2800" dirty="0"/>
              <a:t>Why </a:t>
            </a:r>
            <a:r>
              <a:rPr lang="fr-FR" sz="2800" dirty="0" err="1"/>
              <a:t>this</a:t>
            </a:r>
            <a:r>
              <a:rPr lang="fr-FR" sz="2800" dirty="0"/>
              <a:t> </a:t>
            </a:r>
            <a:r>
              <a:rPr lang="fr-FR" sz="2800" dirty="0" err="1"/>
              <a:t>study</a:t>
            </a:r>
            <a:r>
              <a:rPr lang="fr-FR" sz="2800" dirty="0"/>
              <a:t> </a:t>
            </a:r>
            <a:r>
              <a:rPr lang="fr-FR" sz="2800" dirty="0" err="1"/>
              <a:t>matters</a:t>
            </a:r>
            <a:endParaRPr lang="fr-FR" sz="2800" dirty="0"/>
          </a:p>
          <a:p>
            <a:r>
              <a:rPr lang="en-US" dirty="0"/>
              <a:t>Screen time is increasing globally</a:t>
            </a:r>
            <a:endParaRPr lang="fr-FR" dirty="0"/>
          </a:p>
          <a:p>
            <a:r>
              <a:rPr lang="en-US" dirty="0"/>
              <a:t>Mental wellness concerns are rising</a:t>
            </a:r>
            <a:endParaRPr lang="fr-FR" dirty="0"/>
          </a:p>
          <a:p>
            <a:r>
              <a:rPr lang="en-US" dirty="0"/>
              <a:t>Understanding the relationship helps guide healthier digital habits</a:t>
            </a:r>
          </a:p>
          <a:p>
            <a:pPr marL="0" indent="0">
              <a:buNone/>
            </a:pPr>
            <a:endParaRPr lang="fr-FR" sz="2800" dirty="0"/>
          </a:p>
          <a:p>
            <a:pPr marL="0" indent="0">
              <a:buNone/>
            </a:pPr>
            <a:r>
              <a:rPr lang="fr-FR" sz="2800" dirty="0"/>
              <a:t>Goal:</a:t>
            </a:r>
          </a:p>
          <a:p>
            <a:pPr marL="0" indent="0">
              <a:buNone/>
            </a:pPr>
            <a:r>
              <a:rPr lang="en-US" dirty="0"/>
              <a:t>Analyze how screen time, sleep, exercise, and lifestyle factors influence mental wellness.</a:t>
            </a:r>
            <a:endParaRPr lang="fr-FR" dirty="0"/>
          </a:p>
        </p:txBody>
      </p:sp>
      <p:pic>
        <p:nvPicPr>
          <p:cNvPr id="9" name="Espace réservé d’image 8" descr="Mains sur un téléphone portable">
            <a:extLst>
              <a:ext uri="{FF2B5EF4-FFF2-40B4-BE49-F238E27FC236}">
                <a16:creationId xmlns:a16="http://schemas.microsoft.com/office/drawing/2014/main" id="{A9A75888-22E3-1D43-9112-DA02186070B5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20" name="Rectangle 19" descr="Bloc d’accentuation">
            <a:extLst>
              <a:ext uri="{FF2B5EF4-FFF2-40B4-BE49-F238E27FC236}">
                <a16:creationId xmlns:a16="http://schemas.microsoft.com/office/drawing/2014/main" id="{EFA08948-2B6F-46B1-9D2D-8D7B2B3FB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348588" y="3688075"/>
            <a:ext cx="2411412" cy="1148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560F281-4FF6-4617-A809-AC9C15ECF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1800" y="3917723"/>
            <a:ext cx="4648200" cy="870176"/>
          </a:xfrm>
        </p:spPr>
        <p:txBody>
          <a:bodyPr rtlCol="0"/>
          <a:lstStyle/>
          <a:p>
            <a:pPr algn="ctr"/>
            <a:r>
              <a:rPr lang="fr-FR" sz="4800" dirty="0"/>
              <a:t>Introduction: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11DC577-0A95-47D0-95D9-5F8DA763D46B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 rtlCol="0"/>
          <a:lstStyle/>
          <a:p>
            <a:pPr algn="ctr"/>
            <a:r>
              <a:rPr lang="fr-FR" sz="4800" b="1" dirty="0"/>
              <a:t>The </a:t>
            </a:r>
            <a:r>
              <a:rPr lang="fr-FR" sz="4800" b="1" dirty="0" err="1"/>
              <a:t>Problem</a:t>
            </a:r>
            <a:endParaRPr lang="en-US" sz="4800" b="1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C554D9F-1895-486E-BFBA-905BB2D29E08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fr-FR" smtClean="0"/>
              <a:pPr/>
              <a:t>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297466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Espace réservé d’image 13" descr="Main écrivant sur un pense-bête">
            <a:extLst>
              <a:ext uri="{FF2B5EF4-FFF2-40B4-BE49-F238E27FC236}">
                <a16:creationId xmlns:a16="http://schemas.microsoft.com/office/drawing/2014/main" id="{7E468295-904F-0743-AD06-67DA21353B9E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6096000" cy="6371351"/>
          </a:xfrm>
        </p:spPr>
      </p:pic>
      <p:sp>
        <p:nvSpPr>
          <p:cNvPr id="20" name="Rectangle 19" descr="Bloc d’accentuation">
            <a:extLst>
              <a:ext uri="{FF2B5EF4-FFF2-40B4-BE49-F238E27FC236}">
                <a16:creationId xmlns:a16="http://schemas.microsoft.com/office/drawing/2014/main" id="{EFA08948-2B6F-46B1-9D2D-8D7B2B3FB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775824" y="1762069"/>
            <a:ext cx="1984175" cy="1148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560F281-4FF6-4617-A809-AC9C15ECF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71800" y="2895"/>
            <a:ext cx="8788200" cy="1124345"/>
          </a:xfrm>
        </p:spPr>
        <p:txBody>
          <a:bodyPr rtlCol="0"/>
          <a:lstStyle/>
          <a:p>
            <a:r>
              <a:rPr lang="fr-FR" sz="6000" dirty="0" err="1"/>
              <a:t>Dataset</a:t>
            </a:r>
            <a:r>
              <a:rPr lang="fr-FR" sz="6000" dirty="0"/>
              <a:t> </a:t>
            </a:r>
            <a:r>
              <a:rPr lang="fr-FR" sz="6000" dirty="0" err="1"/>
              <a:t>Overview</a:t>
            </a:r>
            <a:endParaRPr lang="fr-FR" sz="6000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11DC577-0A95-47D0-95D9-5F8DA763D46B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2971760" y="1063741"/>
            <a:ext cx="8788200" cy="590155"/>
          </a:xfrm>
        </p:spPr>
        <p:txBody>
          <a:bodyPr rtlCol="0"/>
          <a:lstStyle/>
          <a:p>
            <a:r>
              <a:rPr lang="fr-FR" b="1" dirty="0"/>
              <a:t>Source:</a:t>
            </a:r>
            <a:r>
              <a:rPr lang="fr-FR" dirty="0"/>
              <a:t> </a:t>
            </a:r>
            <a:r>
              <a:rPr lang="fr-FR" dirty="0" err="1"/>
              <a:t>Kaggle</a:t>
            </a:r>
            <a:r>
              <a:rPr lang="fr-FR" dirty="0"/>
              <a:t> </a:t>
            </a:r>
            <a:r>
              <a:rPr lang="fr-FR" dirty="0" err="1"/>
              <a:t>survey</a:t>
            </a:r>
            <a:r>
              <a:rPr lang="fr-FR" dirty="0"/>
              <a:t> </a:t>
            </a:r>
            <a:r>
              <a:rPr lang="fr-FR" dirty="0" err="1"/>
              <a:t>dataset</a:t>
            </a:r>
            <a:endParaRPr lang="fr-FR" dirty="0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355C61F-C8F1-4977-8E1F-F16C0D9EA8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8000" y="2214248"/>
            <a:ext cx="5472000" cy="2428351"/>
          </a:xfrm>
        </p:spPr>
        <p:txBody>
          <a:bodyPr rtlCol="0"/>
          <a:lstStyle/>
          <a:p>
            <a:pPr marL="0" indent="0">
              <a:buNone/>
            </a:pPr>
            <a:r>
              <a:rPr lang="en-US" sz="2800" dirty="0"/>
              <a:t>Dataset: Screen Time vs Mental Wellness Survey (2025) </a:t>
            </a:r>
          </a:p>
          <a:p>
            <a:pPr marL="0" indent="0">
              <a:buNone/>
            </a:pPr>
            <a:endParaRPr lang="fr-FR" dirty="0"/>
          </a:p>
          <a:p>
            <a:r>
              <a:rPr lang="fr-FR" dirty="0"/>
              <a:t>400 participants</a:t>
            </a:r>
          </a:p>
          <a:p>
            <a:r>
              <a:rPr lang="fr-FR" dirty="0" err="1"/>
              <a:t>Demographics</a:t>
            </a:r>
            <a:r>
              <a:rPr lang="fr-FR" dirty="0"/>
              <a:t> (</a:t>
            </a:r>
            <a:r>
              <a:rPr lang="fr-FR" dirty="0" err="1"/>
              <a:t>age</a:t>
            </a:r>
            <a:r>
              <a:rPr lang="fr-FR" dirty="0"/>
              <a:t>, </a:t>
            </a:r>
            <a:r>
              <a:rPr lang="fr-FR" dirty="0" err="1"/>
              <a:t>gender</a:t>
            </a:r>
            <a:r>
              <a:rPr lang="fr-FR" dirty="0"/>
              <a:t>, occupation)</a:t>
            </a:r>
          </a:p>
          <a:p>
            <a:r>
              <a:rPr lang="fr-FR" dirty="0"/>
              <a:t>Screen time (</a:t>
            </a:r>
            <a:r>
              <a:rPr lang="fr-FR" dirty="0" err="1"/>
              <a:t>work</a:t>
            </a:r>
            <a:r>
              <a:rPr lang="fr-FR" dirty="0"/>
              <a:t> + </a:t>
            </a:r>
            <a:r>
              <a:rPr lang="fr-FR" dirty="0" err="1"/>
              <a:t>leisure</a:t>
            </a:r>
            <a:r>
              <a:rPr lang="fr-FR" dirty="0"/>
              <a:t>)</a:t>
            </a:r>
          </a:p>
          <a:p>
            <a:r>
              <a:rPr lang="fr-FR" dirty="0"/>
              <a:t>Sleep </a:t>
            </a:r>
            <a:r>
              <a:rPr lang="fr-FR" dirty="0" err="1"/>
              <a:t>hours</a:t>
            </a:r>
            <a:r>
              <a:rPr lang="fr-FR" dirty="0"/>
              <a:t> &amp; </a:t>
            </a:r>
            <a:r>
              <a:rPr lang="fr-FR" dirty="0" err="1"/>
              <a:t>quality</a:t>
            </a:r>
            <a:endParaRPr lang="fr-FR" dirty="0"/>
          </a:p>
          <a:p>
            <a:r>
              <a:rPr lang="fr-FR" dirty="0"/>
              <a:t>Stress, </a:t>
            </a:r>
            <a:r>
              <a:rPr lang="fr-FR" dirty="0" err="1"/>
              <a:t>productivity</a:t>
            </a:r>
            <a:endParaRPr lang="fr-FR" dirty="0"/>
          </a:p>
          <a:p>
            <a:r>
              <a:rPr lang="fr-FR" dirty="0" err="1"/>
              <a:t>Exercise</a:t>
            </a:r>
            <a:r>
              <a:rPr lang="fr-FR" dirty="0"/>
              <a:t> &amp; social time</a:t>
            </a:r>
          </a:p>
          <a:p>
            <a:r>
              <a:rPr lang="fr-FR" dirty="0"/>
              <a:t>Mental </a:t>
            </a:r>
            <a:r>
              <a:rPr lang="fr-FR" dirty="0" err="1"/>
              <a:t>wellness</a:t>
            </a:r>
            <a:r>
              <a:rPr lang="fr-FR" dirty="0"/>
              <a:t> index (0–100)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C554D9F-1895-486E-BFBA-905BB2D29E08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fr-FR" smtClean="0"/>
              <a:pPr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220987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Espace réservé d’image 10" descr="Bureau sur lequel se trouvent un ordinateur, un téléphone, des livres, etc.">
            <a:extLst>
              <a:ext uri="{FF2B5EF4-FFF2-40B4-BE49-F238E27FC236}">
                <a16:creationId xmlns:a16="http://schemas.microsoft.com/office/drawing/2014/main" id="{2E7ADBC3-DECA-9F4C-9289-9E43C727592F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3" name="Titre 2">
            <a:extLst>
              <a:ext uri="{FF2B5EF4-FFF2-40B4-BE49-F238E27FC236}">
                <a16:creationId xmlns:a16="http://schemas.microsoft.com/office/drawing/2014/main" id="{200B3D2B-613A-41BE-987D-E6A1324B45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2700" y="-17708"/>
            <a:ext cx="10909300" cy="1236908"/>
          </a:xfrm>
        </p:spPr>
        <p:txBody>
          <a:bodyPr tIns="180000" rtlCol="0"/>
          <a:lstStyle/>
          <a:p>
            <a:r>
              <a:rPr lang="fr-FR" sz="6000" dirty="0"/>
              <a:t>Data </a:t>
            </a:r>
            <a:r>
              <a:rPr lang="fr-FR" sz="6000" dirty="0" err="1"/>
              <a:t>Cleaning</a:t>
            </a:r>
            <a:r>
              <a:rPr lang="fr-FR" sz="6000" dirty="0"/>
              <a:t> &amp; Assumptions</a:t>
            </a:r>
          </a:p>
        </p:txBody>
      </p:sp>
      <p:sp>
        <p:nvSpPr>
          <p:cNvPr id="14" name="Espace réservé du texte 13">
            <a:extLst>
              <a:ext uri="{FF2B5EF4-FFF2-40B4-BE49-F238E27FC236}">
                <a16:creationId xmlns:a16="http://schemas.microsoft.com/office/drawing/2014/main" id="{F278402B-CA7D-4F5B-B3FA-ED74AB3CFB6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82700" y="1227859"/>
            <a:ext cx="10909300" cy="5161199"/>
          </a:xfrm>
        </p:spPr>
        <p:txBody>
          <a:bodyPr rtlCol="0"/>
          <a:lstStyle/>
          <a:p>
            <a:pPr algn="l"/>
            <a:r>
              <a:rPr lang="en-US" b="1" dirty="0"/>
              <a:t>Cleaning steps:</a:t>
            </a:r>
            <a:endParaRPr lang="en-US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/>
              <a:t>Removed unnamed columns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/>
              <a:t>Verified no missing values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/>
              <a:t>Checked for duplicate </a:t>
            </a:r>
            <a:r>
              <a:rPr lang="en-US" dirty="0" err="1"/>
              <a:t>user_id</a:t>
            </a:r>
            <a:r>
              <a:rPr lang="en-US" dirty="0"/>
              <a:t> → none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/>
              <a:t>Converted numeric fields to correct types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/>
              <a:t>Created screen‑time bands (Low / Moderate / High / Very High)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/>
              <a:t>Created exercise &amp; social interaction categories</a:t>
            </a:r>
          </a:p>
          <a:p>
            <a:pPr algn="l"/>
            <a:endParaRPr lang="en-US" b="1" dirty="0"/>
          </a:p>
          <a:p>
            <a:pPr algn="l"/>
            <a:r>
              <a:rPr lang="en-US" b="1" dirty="0"/>
              <a:t>Assumptions:</a:t>
            </a:r>
            <a:endParaRPr lang="en-US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/>
              <a:t>Self‑reported data is accurate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/>
              <a:t>Participants represent a general population sample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/>
              <a:t>Mental wellness index is comparable across individuals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DD5A594-D852-43BB-B591-E9D902725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fr-FR" smtClean="0"/>
              <a:pPr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916746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Espace réservé d’image 22" descr="Femme souriante en train d’utiliser un ordinateur portable">
            <a:extLst>
              <a:ext uri="{FF2B5EF4-FFF2-40B4-BE49-F238E27FC236}">
                <a16:creationId xmlns:a16="http://schemas.microsoft.com/office/drawing/2014/main" id="{35E3CE9E-B03C-CB4B-A83A-D3265C7A0545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3" name="Titre 2">
            <a:extLst>
              <a:ext uri="{FF2B5EF4-FFF2-40B4-BE49-F238E27FC236}">
                <a16:creationId xmlns:a16="http://schemas.microsoft.com/office/drawing/2014/main" id="{200B3D2B-613A-41BE-987D-E6A1324B45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700" y="-15474"/>
            <a:ext cx="8180500" cy="1272774"/>
          </a:xfrm>
        </p:spPr>
        <p:txBody>
          <a:bodyPr rtlCol="0"/>
          <a:lstStyle/>
          <a:p>
            <a:r>
              <a:rPr lang="fr-FR" sz="5400" dirty="0"/>
              <a:t>Business Questions </a:t>
            </a:r>
            <a:r>
              <a:rPr lang="fr-FR" sz="5400" dirty="0" err="1"/>
              <a:t>Overview</a:t>
            </a:r>
            <a:endParaRPr lang="fr-FR" sz="5400" dirty="0"/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2972F17A-D965-40B9-8ABB-C634072DBCC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1240560"/>
            <a:ext cx="8178800" cy="4576040"/>
          </a:xfrm>
        </p:spPr>
        <p:txBody>
          <a:bodyPr rtlCol="0"/>
          <a:lstStyle/>
          <a:p>
            <a:r>
              <a:rPr lang="en-US" dirty="0"/>
              <a:t>We answer </a:t>
            </a:r>
            <a:r>
              <a:rPr lang="en-US" b="1" dirty="0"/>
              <a:t>10 business questions</a:t>
            </a:r>
            <a:r>
              <a:rPr lang="en-US" dirty="0"/>
              <a:t> using SQL queries:</a:t>
            </a:r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6964141-6F81-4947-A236-746D94ED3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fr-FR" smtClean="0"/>
              <a:pPr rtl="0"/>
              <a:t>5</a:t>
            </a:fld>
            <a:endParaRPr lang="fr-FR"/>
          </a:p>
        </p:txBody>
      </p:sp>
      <p:graphicFrame>
        <p:nvGraphicFramePr>
          <p:cNvPr id="6" name="Tableau 5">
            <a:extLst>
              <a:ext uri="{FF2B5EF4-FFF2-40B4-BE49-F238E27FC236}">
                <a16:creationId xmlns:a16="http://schemas.microsoft.com/office/drawing/2014/main" id="{DC1FA75A-FE60-DF41-3275-A328EE2C32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4947841"/>
              </p:ext>
            </p:extLst>
          </p:nvPr>
        </p:nvGraphicFramePr>
        <p:xfrm>
          <a:off x="508000" y="2031007"/>
          <a:ext cx="7645400" cy="22860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822700">
                  <a:extLst>
                    <a:ext uri="{9D8B030D-6E8A-4147-A177-3AD203B41FA5}">
                      <a16:colId xmlns:a16="http://schemas.microsoft.com/office/drawing/2014/main" val="2387404528"/>
                    </a:ext>
                  </a:extLst>
                </a:gridCol>
                <a:gridCol w="3822700">
                  <a:extLst>
                    <a:ext uri="{9D8B030D-6E8A-4147-A177-3AD203B41FA5}">
                      <a16:colId xmlns:a16="http://schemas.microsoft.com/office/drawing/2014/main" val="16897667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dirty="0"/>
                        <a:t>Screen time vs mental </a:t>
                      </a:r>
                      <a:r>
                        <a:rPr lang="fr-FR" dirty="0" err="1"/>
                        <a:t>wellness</a:t>
                      </a:r>
                      <a:endParaRPr lang="fr-FR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dirty="0"/>
                        <a:t>Screen time vs stress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dirty="0"/>
                        <a:t>Work vs </a:t>
                      </a:r>
                      <a:r>
                        <a:rPr lang="fr-FR" dirty="0" err="1"/>
                        <a:t>leisure</a:t>
                      </a:r>
                      <a:r>
                        <a:rPr lang="fr-FR" dirty="0"/>
                        <a:t> screen time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dirty="0"/>
                        <a:t>Sleep as a </a:t>
                      </a:r>
                      <a:r>
                        <a:rPr lang="fr-FR" dirty="0" err="1"/>
                        <a:t>mediator</a:t>
                      </a:r>
                      <a:endParaRPr lang="fr-FR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dirty="0"/>
                        <a:t>Sleep </a:t>
                      </a:r>
                      <a:r>
                        <a:rPr lang="fr-FR" dirty="0" err="1"/>
                        <a:t>quality</a:t>
                      </a:r>
                      <a:r>
                        <a:rPr lang="fr-FR" dirty="0"/>
                        <a:t> vs stress/</a:t>
                      </a:r>
                      <a:r>
                        <a:rPr lang="fr-FR" dirty="0" err="1"/>
                        <a:t>wellness</a:t>
                      </a:r>
                      <a:endParaRPr lang="fr-FR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dirty="0" err="1"/>
                        <a:t>Productivity</a:t>
                      </a:r>
                      <a:r>
                        <a:rPr lang="fr-FR" dirty="0"/>
                        <a:t> vs screen time</a:t>
                      </a:r>
                    </a:p>
                    <a:p>
                      <a:endParaRPr lang="en-US" dirty="0"/>
                    </a:p>
                    <a:p>
                      <a:r>
                        <a:rPr lang="en-US" dirty="0"/>
                        <a:t>Each question has its own slide.</a:t>
                      </a:r>
                      <a:endParaRPr lang="fr-FR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dirty="0" err="1"/>
                        <a:t>Exercise</a:t>
                      </a:r>
                      <a:r>
                        <a:rPr lang="fr-FR" dirty="0"/>
                        <a:t> &amp; </a:t>
                      </a:r>
                      <a:r>
                        <a:rPr lang="fr-FR" dirty="0" err="1"/>
                        <a:t>wellness</a:t>
                      </a:r>
                      <a:endParaRPr lang="fr-FR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dirty="0"/>
                        <a:t>Social time &amp; </a:t>
                      </a:r>
                      <a:r>
                        <a:rPr lang="fr-FR" dirty="0" err="1"/>
                        <a:t>wellness</a:t>
                      </a:r>
                      <a:endParaRPr lang="fr-FR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dirty="0" err="1"/>
                        <a:t>Demographics</a:t>
                      </a:r>
                      <a:r>
                        <a:rPr lang="fr-FR" dirty="0"/>
                        <a:t> </a:t>
                      </a:r>
                      <a:r>
                        <a:rPr lang="fr-FR" dirty="0" err="1"/>
                        <a:t>differences</a:t>
                      </a:r>
                      <a:endParaRPr lang="fr-FR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dirty="0"/>
                        <a:t>Work mode </a:t>
                      </a:r>
                      <a:r>
                        <a:rPr lang="fr-FR" dirty="0" err="1"/>
                        <a:t>differences</a:t>
                      </a:r>
                      <a:endParaRPr lang="fr-FR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dirty="0" err="1"/>
                        <a:t>Each</a:t>
                      </a:r>
                      <a:r>
                        <a:rPr lang="fr-FR" dirty="0"/>
                        <a:t> question has its </a:t>
                      </a:r>
                      <a:r>
                        <a:rPr lang="fr-FR" dirty="0" err="1"/>
                        <a:t>own</a:t>
                      </a:r>
                      <a:r>
                        <a:rPr lang="fr-FR" dirty="0"/>
                        <a:t> slide.</a:t>
                      </a:r>
                    </a:p>
                    <a:p>
                      <a:endParaRPr lang="fr-FR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72310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176954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23FB4D5-DA14-4F29-9320-2DE0A6B571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Q1: Screen Time vs Mental Wellness</a:t>
            </a:r>
            <a:endParaRPr lang="fr-FR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E9D0F75-42B5-4960-8C3A-291285872DA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431800" y="1008000"/>
            <a:ext cx="11339513" cy="360000"/>
          </a:xfrm>
        </p:spPr>
        <p:txBody>
          <a:bodyPr rtlCol="0"/>
          <a:lstStyle/>
          <a:p>
            <a:r>
              <a:rPr lang="en-US" dirty="0"/>
              <a:t>How does total daily </a:t>
            </a:r>
            <a:r>
              <a:rPr lang="en-US" dirty="0" err="1"/>
              <a:t>screen_time_hours</a:t>
            </a:r>
            <a:r>
              <a:rPr lang="en-US" dirty="0"/>
              <a:t> relate to mental_wellness_index_0_100 overall ?</a:t>
            </a:r>
          </a:p>
          <a:p>
            <a:r>
              <a:rPr lang="en-US" b="1" dirty="0"/>
              <a:t>Insight:</a:t>
            </a:r>
            <a:r>
              <a:rPr lang="en-US" dirty="0"/>
              <a:t> Higher screen time is associated with </a:t>
            </a:r>
            <a:r>
              <a:rPr lang="en-US" b="1" dirty="0"/>
              <a:t>lower mental wellness</a:t>
            </a:r>
            <a:r>
              <a:rPr lang="en-US" dirty="0"/>
              <a:t>, especially above </a:t>
            </a:r>
            <a:r>
              <a:rPr lang="en-US" b="1" dirty="0"/>
              <a:t>10 hours/day</a:t>
            </a:r>
            <a:r>
              <a:rPr lang="en-US" dirty="0"/>
              <a:t>.</a:t>
            </a:r>
            <a:endParaRPr lang="fr-FR" dirty="0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00A34EBD-7DEA-4599-A81B-0A363A0E17FC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>
          <a:xfrm>
            <a:off x="11760000" y="6371351"/>
            <a:ext cx="432000" cy="432000"/>
          </a:xfrm>
        </p:spPr>
        <p:txBody>
          <a:bodyPr rtlCol="0"/>
          <a:lstStyle/>
          <a:p>
            <a:pPr rtl="0"/>
            <a:fld id="{19B51A1E-902D-48AF-9020-955120F399B6}" type="slidenum">
              <a:rPr lang="fr-FR" smtClean="0"/>
              <a:pPr rtl="0"/>
              <a:t>6</a:t>
            </a:fld>
            <a:endParaRPr lang="fr-FR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173098A8-20F6-BFE3-892E-6BEFCE8B21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168" y="1790700"/>
            <a:ext cx="5847319" cy="4605765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BDBCC9BB-40B5-1C34-645C-8BBE910778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3909" y="2057400"/>
            <a:ext cx="3809604" cy="3944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007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BECBC3-E7ED-E806-CE60-A77BAB3A58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5111EB6-B083-3645-1844-B9FCF9839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Q2: Screen Time vs Stress</a:t>
            </a:r>
            <a:endParaRPr lang="fr-FR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0E7F036-9567-7889-F96B-491F87FB9BDE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431800" y="1008000"/>
            <a:ext cx="11339513" cy="360000"/>
          </a:xfrm>
        </p:spPr>
        <p:txBody>
          <a:bodyPr rtlCol="0"/>
          <a:lstStyle/>
          <a:p>
            <a:r>
              <a:rPr lang="en-US" dirty="0"/>
              <a:t>Is higher </a:t>
            </a:r>
            <a:r>
              <a:rPr lang="en-US" dirty="0" err="1"/>
              <a:t>screen_time_hours</a:t>
            </a:r>
            <a:r>
              <a:rPr lang="en-US" dirty="0"/>
              <a:t> associated with higher stress_level_0_10 ?</a:t>
            </a:r>
          </a:p>
          <a:p>
            <a:r>
              <a:rPr lang="en-US" b="1" dirty="0"/>
              <a:t>Insight:</a:t>
            </a:r>
            <a:r>
              <a:rPr lang="en-US" dirty="0"/>
              <a:t> Stress levels rise sharply for participants with </a:t>
            </a:r>
            <a:r>
              <a:rPr lang="en-US" b="1" dirty="0"/>
              <a:t>&gt; 9 hours/day</a:t>
            </a:r>
            <a:r>
              <a:rPr lang="en-US" dirty="0"/>
              <a:t> of screen time.</a:t>
            </a:r>
            <a:endParaRPr lang="fr-FR" dirty="0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45D15AF9-0AB5-3417-D831-38DEE6CFF7A7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>
          <a:xfrm>
            <a:off x="11760000" y="6371351"/>
            <a:ext cx="432000" cy="432000"/>
          </a:xfrm>
        </p:spPr>
        <p:txBody>
          <a:bodyPr rtlCol="0"/>
          <a:lstStyle/>
          <a:p>
            <a:pPr rtl="0"/>
            <a:fld id="{19B51A1E-902D-48AF-9020-955120F399B6}" type="slidenum">
              <a:rPr lang="fr-FR" smtClean="0"/>
              <a:pPr rtl="0"/>
              <a:t>7</a:t>
            </a:fld>
            <a:endParaRPr lang="fr-FR" dirty="0"/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015DDC8D-0CA0-87B2-A16E-BC2F4273E1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0999" y="2047603"/>
            <a:ext cx="3689613" cy="3820054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804247C8-5154-9A4D-85B2-768EF3E338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451" y="1721846"/>
            <a:ext cx="5623250" cy="4642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83021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24B673-B239-0E10-77AC-D6E167A401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3B15DE9-5CA1-9082-E2D4-C2038DD4BB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Q3: Work vs Leisure Screen Time</a:t>
            </a:r>
            <a:endParaRPr lang="fr-FR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7A9AAA9-03E1-7B50-5CE3-4630C46F109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431800" y="1008000"/>
            <a:ext cx="11339513" cy="360000"/>
          </a:xfrm>
        </p:spPr>
        <p:txBody>
          <a:bodyPr rtlCol="0"/>
          <a:lstStyle/>
          <a:p>
            <a:r>
              <a:rPr lang="en-US" dirty="0"/>
              <a:t>Does work vs leisure screen time impact wellness differently ?</a:t>
            </a:r>
          </a:p>
          <a:p>
            <a:r>
              <a:rPr lang="en-US" b="1" dirty="0"/>
              <a:t>Insight:</a:t>
            </a:r>
            <a:r>
              <a:rPr lang="en-US" dirty="0"/>
              <a:t> Leisure‑dominant screen time correlates with </a:t>
            </a:r>
            <a:r>
              <a:rPr lang="en-US" b="1" dirty="0"/>
              <a:t>lower wellness</a:t>
            </a:r>
            <a:r>
              <a:rPr lang="en-US" dirty="0"/>
              <a:t> and </a:t>
            </a:r>
            <a:r>
              <a:rPr lang="en-US" b="1" dirty="0"/>
              <a:t>higher stress</a:t>
            </a:r>
            <a:r>
              <a:rPr lang="en-US" dirty="0"/>
              <a:t> than work‑dominant screen time.</a:t>
            </a:r>
            <a:endParaRPr lang="fr-FR" dirty="0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0676973E-F1A1-E262-8DED-E7EC087F9FFC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>
          <a:xfrm>
            <a:off x="11760000" y="6371351"/>
            <a:ext cx="432000" cy="432000"/>
          </a:xfrm>
        </p:spPr>
        <p:txBody>
          <a:bodyPr rtlCol="0"/>
          <a:lstStyle/>
          <a:p>
            <a:pPr rtl="0"/>
            <a:fld id="{19B51A1E-902D-48AF-9020-955120F399B6}" type="slidenum">
              <a:rPr lang="fr-FR" smtClean="0"/>
              <a:pPr rtl="0"/>
              <a:t>8</a:t>
            </a:fld>
            <a:endParaRPr lang="fr-FR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10B9F429-F114-1EFD-7F5D-10F4AFBE32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801" y="1919451"/>
            <a:ext cx="5609965" cy="4328949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9C3DD8DC-DA5A-708E-1689-779B3A7408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389238"/>
            <a:ext cx="5618339" cy="2960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96826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73CAF4-71F6-24E5-8640-720DA3A514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8C74DB4-B6B6-BDC9-4CA5-95F0A240F9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fr-FR" dirty="0"/>
              <a:t>Q4: Sleep as a Mediator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88D592C-8F09-10D7-78D3-A68F4C24160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431800" y="1008000"/>
            <a:ext cx="11339513" cy="360000"/>
          </a:xfrm>
        </p:spPr>
        <p:txBody>
          <a:bodyPr rtlCol="0"/>
          <a:lstStyle/>
          <a:p>
            <a:r>
              <a:rPr lang="en-US" dirty="0"/>
              <a:t>Do participants with similar screen time but different sleep hours show different wellness?</a:t>
            </a:r>
          </a:p>
          <a:p>
            <a:r>
              <a:rPr lang="en-US" b="1" dirty="0"/>
              <a:t>Insight:</a:t>
            </a:r>
            <a:r>
              <a:rPr lang="en-US" dirty="0"/>
              <a:t> Better sleep significantly improves wellness even at high screen‑time levels.</a:t>
            </a:r>
            <a:endParaRPr lang="fr-FR" dirty="0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057398D9-CF2D-BD3F-D1F9-B5B0BAE99159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>
          <a:xfrm>
            <a:off x="11760000" y="6371351"/>
            <a:ext cx="432000" cy="432000"/>
          </a:xfrm>
        </p:spPr>
        <p:txBody>
          <a:bodyPr rtlCol="0"/>
          <a:lstStyle/>
          <a:p>
            <a:pPr rtl="0"/>
            <a:fld id="{19B51A1E-902D-48AF-9020-955120F399B6}" type="slidenum">
              <a:rPr lang="fr-FR" smtClean="0"/>
              <a:pPr rtl="0"/>
              <a:t>9</a:t>
            </a:fld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51C54A75-346B-EF62-0D5B-251AFDF35C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427" y="1868551"/>
            <a:ext cx="5816740" cy="4481450"/>
          </a:xfrm>
          <a:prstGeom prst="rect">
            <a:avLst/>
          </a:prstGeom>
        </p:spPr>
      </p:pic>
      <p:pic>
        <p:nvPicPr>
          <p:cNvPr id="25" name="Image 24">
            <a:extLst>
              <a:ext uri="{FF2B5EF4-FFF2-40B4-BE49-F238E27FC236}">
                <a16:creationId xmlns:a16="http://schemas.microsoft.com/office/drawing/2014/main" id="{02CC9390-1DDF-75D4-324B-823524D290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2749" y="2687484"/>
            <a:ext cx="5471590" cy="2397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14936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91F221-0CEC-E9E8-FC65-979580FCC0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re 1">
            <a:extLst>
              <a:ext uri="{FF2B5EF4-FFF2-40B4-BE49-F238E27FC236}">
                <a16:creationId xmlns:a16="http://schemas.microsoft.com/office/drawing/2014/main" id="{89832382-8E09-50AF-CA59-F0B18B7CE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28000" cy="432000"/>
          </a:xfrm>
        </p:spPr>
        <p:txBody>
          <a:bodyPr rtlCol="0"/>
          <a:lstStyle/>
          <a:p>
            <a:r>
              <a:rPr lang="en-US" dirty="0"/>
              <a:t>Q5: Sleep Quality vs Stress &amp; Wellness</a:t>
            </a:r>
            <a:endParaRPr lang="fr-FR" dirty="0"/>
          </a:p>
        </p:txBody>
      </p:sp>
      <p:sp>
        <p:nvSpPr>
          <p:cNvPr id="17" name="Espace réservé du texte 2">
            <a:extLst>
              <a:ext uri="{FF2B5EF4-FFF2-40B4-BE49-F238E27FC236}">
                <a16:creationId xmlns:a16="http://schemas.microsoft.com/office/drawing/2014/main" id="{7F5CD23A-558E-B15F-6961-93D1C095F00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431800" y="1008000"/>
            <a:ext cx="11339513" cy="360000"/>
          </a:xfrm>
        </p:spPr>
        <p:txBody>
          <a:bodyPr rtlCol="0"/>
          <a:lstStyle/>
          <a:p>
            <a:r>
              <a:rPr lang="en-US" dirty="0"/>
              <a:t>How does sleep quality relate to stress and wellness ?</a:t>
            </a:r>
          </a:p>
          <a:p>
            <a:r>
              <a:rPr lang="en-US" b="1" dirty="0"/>
              <a:t>Insight:</a:t>
            </a:r>
            <a:r>
              <a:rPr lang="en-US" dirty="0"/>
              <a:t> Sleep quality (1–5) is one of the </a:t>
            </a:r>
            <a:r>
              <a:rPr lang="en-US" b="1" dirty="0"/>
              <a:t>strongest predictors</a:t>
            </a:r>
            <a:r>
              <a:rPr lang="en-US" dirty="0"/>
              <a:t> of mental wellness.</a:t>
            </a:r>
            <a:endParaRPr lang="fr-FR" dirty="0"/>
          </a:p>
        </p:txBody>
      </p:sp>
      <p:sp>
        <p:nvSpPr>
          <p:cNvPr id="18" name="Espace réservé du numéro de diapositive 8">
            <a:extLst>
              <a:ext uri="{FF2B5EF4-FFF2-40B4-BE49-F238E27FC236}">
                <a16:creationId xmlns:a16="http://schemas.microsoft.com/office/drawing/2014/main" id="{052CC5B6-942C-4F75-AE32-9D673D50FC44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>
          <a:xfrm>
            <a:off x="11760000" y="6371351"/>
            <a:ext cx="432000" cy="432000"/>
          </a:xfrm>
        </p:spPr>
        <p:txBody>
          <a:bodyPr rtlCol="0"/>
          <a:lstStyle/>
          <a:p>
            <a:pPr rtl="0"/>
            <a:fld id="{19B51A1E-902D-48AF-9020-955120F399B6}" type="slidenum">
              <a:rPr lang="fr-FR" smtClean="0"/>
              <a:pPr rtl="0"/>
              <a:t>10</a:t>
            </a:fld>
            <a:endParaRPr lang="fr-FR" dirty="0"/>
          </a:p>
        </p:txBody>
      </p:sp>
      <p:pic>
        <p:nvPicPr>
          <p:cNvPr id="19" name="Image 18">
            <a:extLst>
              <a:ext uri="{FF2B5EF4-FFF2-40B4-BE49-F238E27FC236}">
                <a16:creationId xmlns:a16="http://schemas.microsoft.com/office/drawing/2014/main" id="{D6DDDB23-50F4-25EF-F93A-533283CE61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272" y="1881345"/>
            <a:ext cx="5816740" cy="4489796"/>
          </a:xfrm>
          <a:prstGeom prst="rect">
            <a:avLst/>
          </a:prstGeom>
        </p:spPr>
      </p:pic>
      <p:pic>
        <p:nvPicPr>
          <p:cNvPr id="20" name="Image 19">
            <a:extLst>
              <a:ext uri="{FF2B5EF4-FFF2-40B4-BE49-F238E27FC236}">
                <a16:creationId xmlns:a16="http://schemas.microsoft.com/office/drawing/2014/main" id="{E289735B-BB14-072F-D153-D8A65708E8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1474" y="2482978"/>
            <a:ext cx="5402863" cy="3091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24045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B46258-A220-7C02-188C-042548BE3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re 1">
            <a:extLst>
              <a:ext uri="{FF2B5EF4-FFF2-40B4-BE49-F238E27FC236}">
                <a16:creationId xmlns:a16="http://schemas.microsoft.com/office/drawing/2014/main" id="{8CB955E9-2BA6-F4B7-0818-8A94954EEE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28000" cy="432000"/>
          </a:xfrm>
        </p:spPr>
        <p:txBody>
          <a:bodyPr rtlCol="0"/>
          <a:lstStyle/>
          <a:p>
            <a:r>
              <a:rPr lang="en-US" dirty="0"/>
              <a:t>Q6: Productivity vs Screen Time</a:t>
            </a:r>
            <a:endParaRPr lang="fr-FR" dirty="0"/>
          </a:p>
        </p:txBody>
      </p:sp>
      <p:sp>
        <p:nvSpPr>
          <p:cNvPr id="17" name="Espace réservé du texte 2">
            <a:extLst>
              <a:ext uri="{FF2B5EF4-FFF2-40B4-BE49-F238E27FC236}">
                <a16:creationId xmlns:a16="http://schemas.microsoft.com/office/drawing/2014/main" id="{7EAD46E4-699F-C265-CB52-A0714BE22B3B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431800" y="1008000"/>
            <a:ext cx="11339513" cy="360000"/>
          </a:xfrm>
        </p:spPr>
        <p:txBody>
          <a:bodyPr rtlCol="0"/>
          <a:lstStyle/>
          <a:p>
            <a:r>
              <a:rPr lang="en-US" dirty="0"/>
              <a:t>Is there an optimal screen‑time range for productivity ?</a:t>
            </a:r>
          </a:p>
          <a:p>
            <a:r>
              <a:rPr lang="en-US" b="1" dirty="0"/>
              <a:t>Insight:</a:t>
            </a:r>
            <a:r>
              <a:rPr lang="en-US" dirty="0"/>
              <a:t> Productivity peaks at </a:t>
            </a:r>
            <a:r>
              <a:rPr lang="en-US" b="1" dirty="0"/>
              <a:t>4–8 hours/day</a:t>
            </a:r>
            <a:r>
              <a:rPr lang="en-US" dirty="0"/>
              <a:t> and drops sharply after </a:t>
            </a:r>
            <a:r>
              <a:rPr lang="en-US" b="1" dirty="0"/>
              <a:t>10+ hours/day</a:t>
            </a:r>
            <a:r>
              <a:rPr lang="en-US" dirty="0"/>
              <a:t>.</a:t>
            </a:r>
            <a:endParaRPr lang="fr-FR" dirty="0"/>
          </a:p>
        </p:txBody>
      </p:sp>
      <p:sp>
        <p:nvSpPr>
          <p:cNvPr id="18" name="Espace réservé du numéro de diapositive 8">
            <a:extLst>
              <a:ext uri="{FF2B5EF4-FFF2-40B4-BE49-F238E27FC236}">
                <a16:creationId xmlns:a16="http://schemas.microsoft.com/office/drawing/2014/main" id="{32C88EE4-5879-4CE9-FE6B-10ECD28A0AED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>
          <a:xfrm>
            <a:off x="11760000" y="6371351"/>
            <a:ext cx="432000" cy="432000"/>
          </a:xfrm>
        </p:spPr>
        <p:txBody>
          <a:bodyPr rtlCol="0"/>
          <a:lstStyle/>
          <a:p>
            <a:pPr rtl="0"/>
            <a:fld id="{19B51A1E-902D-48AF-9020-955120F399B6}" type="slidenum">
              <a:rPr lang="fr-FR" smtClean="0"/>
              <a:pPr rtl="0"/>
              <a:t>11</a:t>
            </a:fld>
            <a:endParaRPr lang="fr-FR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79B70D2F-8B33-3DFE-D020-61D348F848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1474" y="2394078"/>
            <a:ext cx="5402863" cy="2968372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4BDCD57F-8391-8C02-3F73-0ADD14C964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859" y="1855851"/>
            <a:ext cx="5878941" cy="4466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87019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0F384B-72E8-6C7E-9F81-E8C285CB31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re 1">
            <a:extLst>
              <a:ext uri="{FF2B5EF4-FFF2-40B4-BE49-F238E27FC236}">
                <a16:creationId xmlns:a16="http://schemas.microsoft.com/office/drawing/2014/main" id="{D2F08BDD-6826-C222-4ADA-6EA2FAE5A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28000" cy="432000"/>
          </a:xfrm>
        </p:spPr>
        <p:txBody>
          <a:bodyPr rtlCol="0"/>
          <a:lstStyle/>
          <a:p>
            <a:r>
              <a:rPr lang="fr-FR" dirty="0"/>
              <a:t>Q7: </a:t>
            </a:r>
            <a:r>
              <a:rPr lang="fr-FR" dirty="0" err="1"/>
              <a:t>Exercise</a:t>
            </a:r>
            <a:r>
              <a:rPr lang="fr-FR" dirty="0"/>
              <a:t> &amp; </a:t>
            </a:r>
            <a:r>
              <a:rPr lang="fr-FR" dirty="0" err="1"/>
              <a:t>Wellness</a:t>
            </a:r>
            <a:endParaRPr lang="fr-FR" dirty="0"/>
          </a:p>
        </p:txBody>
      </p:sp>
      <p:sp>
        <p:nvSpPr>
          <p:cNvPr id="17" name="Espace réservé du texte 2">
            <a:extLst>
              <a:ext uri="{FF2B5EF4-FFF2-40B4-BE49-F238E27FC236}">
                <a16:creationId xmlns:a16="http://schemas.microsoft.com/office/drawing/2014/main" id="{2FA78E86-B510-13AE-B9CE-B4C7155B9E68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431800" y="1008000"/>
            <a:ext cx="11339513" cy="360000"/>
          </a:xfrm>
        </p:spPr>
        <p:txBody>
          <a:bodyPr rtlCol="0"/>
          <a:lstStyle/>
          <a:p>
            <a:r>
              <a:rPr lang="en-US" dirty="0"/>
              <a:t>Do participants with higher exercise levels show better wellness?</a:t>
            </a:r>
          </a:p>
          <a:p>
            <a:r>
              <a:rPr lang="en-US" b="1" dirty="0"/>
              <a:t>Insight:</a:t>
            </a:r>
            <a:r>
              <a:rPr lang="en-US" dirty="0"/>
              <a:t> High exercise (&gt;150 min/week) improves wellness and reduces stress, even with high screen time.</a:t>
            </a:r>
            <a:endParaRPr lang="fr-FR" dirty="0"/>
          </a:p>
        </p:txBody>
      </p:sp>
      <p:sp>
        <p:nvSpPr>
          <p:cNvPr id="18" name="Espace réservé du numéro de diapositive 8">
            <a:extLst>
              <a:ext uri="{FF2B5EF4-FFF2-40B4-BE49-F238E27FC236}">
                <a16:creationId xmlns:a16="http://schemas.microsoft.com/office/drawing/2014/main" id="{F98D5FAA-660C-6F09-A689-E2AAE657E151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>
          <a:xfrm>
            <a:off x="11760000" y="6371351"/>
            <a:ext cx="432000" cy="432000"/>
          </a:xfrm>
        </p:spPr>
        <p:txBody>
          <a:bodyPr rtlCol="0"/>
          <a:lstStyle/>
          <a:p>
            <a:pPr rtl="0"/>
            <a:fld id="{19B51A1E-902D-48AF-9020-955120F399B6}" type="slidenum">
              <a:rPr lang="fr-FR" smtClean="0"/>
              <a:pPr rtl="0"/>
              <a:t>12</a:t>
            </a:fld>
            <a:endParaRPr lang="fr-FR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73E1CE42-193C-88C2-6557-FF9FDE3098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" y="1942257"/>
            <a:ext cx="5637513" cy="4217243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1C821984-BCD1-AB1C-D072-7233CEFA76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7974" y="2454106"/>
            <a:ext cx="5216161" cy="2968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43034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4FD026-C8C2-C9E6-0637-EC8E4E2B2E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re 1">
            <a:extLst>
              <a:ext uri="{FF2B5EF4-FFF2-40B4-BE49-F238E27FC236}">
                <a16:creationId xmlns:a16="http://schemas.microsoft.com/office/drawing/2014/main" id="{B6C5A709-379F-B298-4E6C-EBA28C20D2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28000" cy="432000"/>
          </a:xfrm>
        </p:spPr>
        <p:txBody>
          <a:bodyPr rtlCol="0"/>
          <a:lstStyle/>
          <a:p>
            <a:r>
              <a:rPr lang="fr-FR" dirty="0"/>
              <a:t>Q8: Social Time &amp; </a:t>
            </a:r>
            <a:r>
              <a:rPr lang="fr-FR" dirty="0" err="1"/>
              <a:t>Wellness</a:t>
            </a:r>
            <a:endParaRPr lang="fr-FR" dirty="0"/>
          </a:p>
        </p:txBody>
      </p:sp>
      <p:sp>
        <p:nvSpPr>
          <p:cNvPr id="17" name="Espace réservé du texte 2">
            <a:extLst>
              <a:ext uri="{FF2B5EF4-FFF2-40B4-BE49-F238E27FC236}">
                <a16:creationId xmlns:a16="http://schemas.microsoft.com/office/drawing/2014/main" id="{516656B1-F068-9284-5732-F099D82A73E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431800" y="1008000"/>
            <a:ext cx="11339513" cy="360000"/>
          </a:xfrm>
        </p:spPr>
        <p:txBody>
          <a:bodyPr rtlCol="0"/>
          <a:lstStyle/>
          <a:p>
            <a:r>
              <a:rPr lang="en-US" dirty="0"/>
              <a:t>How does social interaction relate to wellness?</a:t>
            </a:r>
          </a:p>
          <a:p>
            <a:r>
              <a:rPr lang="en-US" b="1" dirty="0"/>
              <a:t>Insight:</a:t>
            </a:r>
            <a:r>
              <a:rPr lang="en-US" dirty="0"/>
              <a:t> More social hours strongly correlate with higher wellness and lower stress.</a:t>
            </a:r>
            <a:endParaRPr lang="fr-FR" dirty="0"/>
          </a:p>
        </p:txBody>
      </p:sp>
      <p:sp>
        <p:nvSpPr>
          <p:cNvPr id="18" name="Espace réservé du numéro de diapositive 8">
            <a:extLst>
              <a:ext uri="{FF2B5EF4-FFF2-40B4-BE49-F238E27FC236}">
                <a16:creationId xmlns:a16="http://schemas.microsoft.com/office/drawing/2014/main" id="{B9854E28-386D-3F1A-1BF2-588B114F6BF2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>
          <a:xfrm>
            <a:off x="11760000" y="6371351"/>
            <a:ext cx="432000" cy="432000"/>
          </a:xfrm>
        </p:spPr>
        <p:txBody>
          <a:bodyPr rtlCol="0"/>
          <a:lstStyle/>
          <a:p>
            <a:pPr rtl="0"/>
            <a:fld id="{19B51A1E-902D-48AF-9020-955120F399B6}" type="slidenum">
              <a:rPr lang="fr-FR" smtClean="0"/>
              <a:pPr rtl="0"/>
              <a:t>13</a:t>
            </a:fld>
            <a:endParaRPr lang="fr-FR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4ED966CE-C04C-A40E-2EDD-A5D93AB337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384" y="1965546"/>
            <a:ext cx="5547162" cy="4217243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C04E3FDA-3D40-E22E-C882-83A7DB7882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385489"/>
            <a:ext cx="5774243" cy="2968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87975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673A9A-7D69-3CE1-0AC3-25B64C887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re 1">
            <a:extLst>
              <a:ext uri="{FF2B5EF4-FFF2-40B4-BE49-F238E27FC236}">
                <a16:creationId xmlns:a16="http://schemas.microsoft.com/office/drawing/2014/main" id="{9D583D40-7174-F2B2-1674-4FA98BA96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28000" cy="432000"/>
          </a:xfrm>
        </p:spPr>
        <p:txBody>
          <a:bodyPr rtlCol="0"/>
          <a:lstStyle/>
          <a:p>
            <a:r>
              <a:rPr lang="fr-FR" dirty="0"/>
              <a:t>Q9: </a:t>
            </a:r>
            <a:r>
              <a:rPr lang="fr-FR" dirty="0" err="1"/>
              <a:t>Demographic</a:t>
            </a:r>
            <a:r>
              <a:rPr lang="fr-FR" dirty="0"/>
              <a:t> </a:t>
            </a:r>
            <a:r>
              <a:rPr lang="fr-FR" dirty="0" err="1"/>
              <a:t>Differences</a:t>
            </a:r>
            <a:endParaRPr lang="fr-FR" dirty="0"/>
          </a:p>
        </p:txBody>
      </p:sp>
      <p:sp>
        <p:nvSpPr>
          <p:cNvPr id="17" name="Espace réservé du texte 2">
            <a:extLst>
              <a:ext uri="{FF2B5EF4-FFF2-40B4-BE49-F238E27FC236}">
                <a16:creationId xmlns:a16="http://schemas.microsoft.com/office/drawing/2014/main" id="{22C65568-8E75-CE31-6FE9-E2BE41CC2F5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431800" y="1008000"/>
            <a:ext cx="11339513" cy="360000"/>
          </a:xfrm>
        </p:spPr>
        <p:txBody>
          <a:bodyPr rtlCol="0"/>
          <a:lstStyle/>
          <a:p>
            <a:r>
              <a:rPr lang="en-US" dirty="0"/>
              <a:t>Are there differences across age groups and gender?</a:t>
            </a:r>
          </a:p>
          <a:p>
            <a:r>
              <a:rPr lang="en-US" b="1" dirty="0"/>
              <a:t>Insight:</a:t>
            </a:r>
            <a:r>
              <a:rPr lang="en-US" dirty="0"/>
              <a:t> Students and younger participants have the highest screen time; gender differences are minimal.</a:t>
            </a:r>
            <a:endParaRPr lang="fr-FR" dirty="0"/>
          </a:p>
        </p:txBody>
      </p:sp>
      <p:sp>
        <p:nvSpPr>
          <p:cNvPr id="18" name="Espace réservé du numéro de diapositive 8">
            <a:extLst>
              <a:ext uri="{FF2B5EF4-FFF2-40B4-BE49-F238E27FC236}">
                <a16:creationId xmlns:a16="http://schemas.microsoft.com/office/drawing/2014/main" id="{6786AB8A-9832-4C72-3BA7-CC4DDAD52369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>
          <a:xfrm>
            <a:off x="11760000" y="6371351"/>
            <a:ext cx="432000" cy="432000"/>
          </a:xfrm>
        </p:spPr>
        <p:txBody>
          <a:bodyPr rtlCol="0"/>
          <a:lstStyle/>
          <a:p>
            <a:pPr rtl="0"/>
            <a:fld id="{19B51A1E-902D-48AF-9020-955120F399B6}" type="slidenum">
              <a:rPr lang="fr-FR" smtClean="0"/>
              <a:pPr rtl="0"/>
              <a:t>14</a:t>
            </a:fld>
            <a:endParaRPr lang="fr-FR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E6B7406F-2359-11CF-F5CA-32EA1189C5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056" y="1884810"/>
            <a:ext cx="5623944" cy="4287390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C1A5736C-8080-F6D0-0C42-7287DE1B77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5700" y="2385489"/>
            <a:ext cx="4961564" cy="2957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97544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CFDA14-4D1A-D092-2D44-BC14B973E3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re 1">
            <a:extLst>
              <a:ext uri="{FF2B5EF4-FFF2-40B4-BE49-F238E27FC236}">
                <a16:creationId xmlns:a16="http://schemas.microsoft.com/office/drawing/2014/main" id="{F9449BFC-15B8-13C4-9F67-3E6B5A87D8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28000" cy="432000"/>
          </a:xfrm>
        </p:spPr>
        <p:txBody>
          <a:bodyPr rtlCol="0"/>
          <a:lstStyle/>
          <a:p>
            <a:r>
              <a:rPr lang="fr-FR" dirty="0"/>
              <a:t>Q10: Work Mode </a:t>
            </a:r>
            <a:r>
              <a:rPr lang="fr-FR" dirty="0" err="1"/>
              <a:t>Differences</a:t>
            </a:r>
            <a:endParaRPr lang="fr-FR" dirty="0"/>
          </a:p>
        </p:txBody>
      </p:sp>
      <p:sp>
        <p:nvSpPr>
          <p:cNvPr id="17" name="Espace réservé du texte 2">
            <a:extLst>
              <a:ext uri="{FF2B5EF4-FFF2-40B4-BE49-F238E27FC236}">
                <a16:creationId xmlns:a16="http://schemas.microsoft.com/office/drawing/2014/main" id="{90D91F1F-E2D0-35CC-7725-7BCD01CF574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431800" y="1008000"/>
            <a:ext cx="11339513" cy="360000"/>
          </a:xfrm>
        </p:spPr>
        <p:txBody>
          <a:bodyPr rtlCol="0"/>
          <a:lstStyle/>
          <a:p>
            <a:r>
              <a:rPr lang="en-US" dirty="0"/>
              <a:t>Do work modes differ in screen time, sleep, and wellness?</a:t>
            </a:r>
          </a:p>
          <a:p>
            <a:r>
              <a:rPr lang="en-US" b="1" dirty="0"/>
              <a:t>Insight:</a:t>
            </a:r>
            <a:r>
              <a:rPr lang="en-US" dirty="0"/>
              <a:t> Remote workers have the highest screen time; hybrid workers show the best wellness balance.</a:t>
            </a:r>
            <a:endParaRPr lang="fr-FR" dirty="0"/>
          </a:p>
        </p:txBody>
      </p:sp>
      <p:sp>
        <p:nvSpPr>
          <p:cNvPr id="18" name="Espace réservé du numéro de diapositive 8">
            <a:extLst>
              <a:ext uri="{FF2B5EF4-FFF2-40B4-BE49-F238E27FC236}">
                <a16:creationId xmlns:a16="http://schemas.microsoft.com/office/drawing/2014/main" id="{07F04018-0535-F1B6-F0EB-7295818D921B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>
          <a:xfrm>
            <a:off x="11760000" y="6371351"/>
            <a:ext cx="432000" cy="432000"/>
          </a:xfrm>
        </p:spPr>
        <p:txBody>
          <a:bodyPr rtlCol="0"/>
          <a:lstStyle/>
          <a:p>
            <a:pPr rtl="0"/>
            <a:fld id="{19B51A1E-902D-48AF-9020-955120F399B6}" type="slidenum">
              <a:rPr lang="fr-FR" smtClean="0"/>
              <a:pPr rtl="0"/>
              <a:t>15</a:t>
            </a:fld>
            <a:endParaRPr lang="fr-FR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F6CEEF5A-6CDF-1D35-DC39-5E0C8E35D5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3501" y="1804597"/>
            <a:ext cx="9004997" cy="455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1136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9304E83-A4F0-49C5-BB01-F5773509A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fr-FR" dirty="0"/>
              <a:t>Conclusion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CA42D59-EAD6-4F95-84F1-32A30F05785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 rtlCol="0"/>
          <a:lstStyle/>
          <a:p>
            <a:pPr rtl="0"/>
            <a:r>
              <a:rPr lang="fr-FR" dirty="0"/>
              <a:t> </a:t>
            </a:r>
          </a:p>
        </p:txBody>
      </p:sp>
      <p:sp>
        <p:nvSpPr>
          <p:cNvPr id="12" name="Rectangle 11" descr="Bloc d’accentuation gauche">
            <a:extLst>
              <a:ext uri="{FF2B5EF4-FFF2-40B4-BE49-F238E27FC236}">
                <a16:creationId xmlns:a16="http://schemas.microsoft.com/office/drawing/2014/main" id="{7F65E93D-09FF-42EE-B9DD-7506389666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1800" y="2100317"/>
            <a:ext cx="1984175" cy="1148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/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AB259A0-0017-492F-A0DC-4B70C7052A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2000" y="2442934"/>
            <a:ext cx="5472000" cy="360000"/>
          </a:xfrm>
        </p:spPr>
        <p:txBody>
          <a:bodyPr rtlCol="0"/>
          <a:lstStyle/>
          <a:p>
            <a:r>
              <a:rPr lang="fr-FR" dirty="0"/>
              <a:t>Key </a:t>
            </a:r>
            <a:r>
              <a:rPr lang="fr-FR" dirty="0" err="1"/>
              <a:t>Takeaways</a:t>
            </a:r>
            <a:r>
              <a:rPr lang="fr-FR" dirty="0"/>
              <a:t>:</a:t>
            </a:r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CEEB3BAE-C0B2-447C-B8BE-96C6BD84D6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2000" y="2950768"/>
            <a:ext cx="5472000" cy="2194694"/>
          </a:xfrm>
        </p:spPr>
        <p:txBody>
          <a:bodyPr rtlCol="0"/>
          <a:lstStyle/>
          <a:p>
            <a:r>
              <a:rPr lang="en-US" dirty="0"/>
              <a:t>High screen time correlates with lower wellness and higher stress</a:t>
            </a:r>
          </a:p>
          <a:p>
            <a:r>
              <a:rPr lang="en-US" dirty="0"/>
              <a:t>Sleep quality, exercise, and social time are major protective factors</a:t>
            </a:r>
          </a:p>
          <a:p>
            <a:r>
              <a:rPr lang="en-US" dirty="0"/>
              <a:t>Moderate screen time (4–8 hours/day) is optimal</a:t>
            </a:r>
          </a:p>
          <a:p>
            <a:r>
              <a:rPr lang="en-US" dirty="0"/>
              <a:t>Lifestyle factors matter more than screen time alone</a:t>
            </a:r>
            <a:endParaRPr lang="fr-FR" dirty="0"/>
          </a:p>
        </p:txBody>
      </p:sp>
      <p:cxnSp>
        <p:nvCxnSpPr>
          <p:cNvPr id="11" name="Connecteur droit 10" descr="Séparateur de diapositive">
            <a:extLst>
              <a:ext uri="{FF2B5EF4-FFF2-40B4-BE49-F238E27FC236}">
                <a16:creationId xmlns:a16="http://schemas.microsoft.com/office/drawing/2014/main" id="{5A563457-1EC8-4978-BCCB-AFD88C9ED0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6096000" y="2363035"/>
            <a:ext cx="0" cy="241133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 12" descr="Barre d’accentuation droite&#10;">
            <a:extLst>
              <a:ext uri="{FF2B5EF4-FFF2-40B4-BE49-F238E27FC236}">
                <a16:creationId xmlns:a16="http://schemas.microsoft.com/office/drawing/2014/main" id="{A7CD04AE-9A8B-4DED-855D-F51B510D0B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99887" y="2100317"/>
            <a:ext cx="1984175" cy="11482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/>
            <a:endParaRPr lang="fr-FR"/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B237D1CA-B91A-410E-A968-D017BBE99F9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00000" y="2443459"/>
            <a:ext cx="5472000" cy="358775"/>
          </a:xfrm>
        </p:spPr>
        <p:txBody>
          <a:bodyPr rtlCol="0"/>
          <a:lstStyle/>
          <a:p>
            <a:r>
              <a:rPr lang="fr-FR" dirty="0"/>
              <a:t>Next </a:t>
            </a:r>
            <a:r>
              <a:rPr lang="fr-FR" dirty="0" err="1"/>
              <a:t>Steps</a:t>
            </a:r>
            <a:r>
              <a:rPr lang="fr-FR" dirty="0"/>
              <a:t>:</a:t>
            </a:r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26A87885-D672-4CF9-A78D-CFE98385B0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99887" y="2947459"/>
            <a:ext cx="5472113" cy="2196041"/>
          </a:xfrm>
        </p:spPr>
        <p:txBody>
          <a:bodyPr rtlCol="0"/>
          <a:lstStyle/>
          <a:p>
            <a:r>
              <a:rPr lang="fr-FR" dirty="0" err="1"/>
              <a:t>Build</a:t>
            </a:r>
            <a:r>
              <a:rPr lang="fr-FR" dirty="0"/>
              <a:t> </a:t>
            </a:r>
            <a:r>
              <a:rPr lang="fr-FR" dirty="0" err="1"/>
              <a:t>predictive</a:t>
            </a:r>
            <a:r>
              <a:rPr lang="fr-FR" dirty="0"/>
              <a:t> </a:t>
            </a:r>
            <a:r>
              <a:rPr lang="fr-FR" dirty="0" err="1"/>
              <a:t>models</a:t>
            </a:r>
            <a:endParaRPr lang="fr-FR" dirty="0"/>
          </a:p>
          <a:p>
            <a:r>
              <a:rPr lang="en-US" dirty="0"/>
              <a:t>Segment users by risk profiles</a:t>
            </a:r>
          </a:p>
          <a:p>
            <a:r>
              <a:rPr lang="en-US" dirty="0"/>
              <a:t>Recommend digital well‑being strategies</a:t>
            </a:r>
            <a:endParaRPr lang="fr-FR" dirty="0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E6AC9832-FB01-464A-9824-61887B77997E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>
          <a:xfrm>
            <a:off x="11760000" y="6371351"/>
            <a:ext cx="432000" cy="432000"/>
          </a:xfrm>
        </p:spPr>
        <p:txBody>
          <a:bodyPr rtlCol="0"/>
          <a:lstStyle/>
          <a:p>
            <a:pPr rtl="0"/>
            <a:fld id="{19B51A1E-902D-48AF-9020-955120F399B6}" type="slidenum">
              <a:rPr lang="fr-FR" smtClean="0"/>
              <a:pPr rtl="0"/>
              <a:t>16</a:t>
            </a:fld>
            <a:endParaRPr lang="fr-FR"/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D552A741-8B31-2C86-3135-BF6516156C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 screen time correlates with lower wellness and higher stress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88378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7267129-D582-495A-8F4B-6B9075899D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dirty="0"/>
              <a:t>Tableau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204AFD2-303D-4B48-AA3E-C96B74D8127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 rtlCol="0"/>
          <a:lstStyle/>
          <a:p>
            <a:pPr rtl="0"/>
            <a:r>
              <a:rPr lang="fr-FR" dirty="0"/>
              <a:t>Lorem ipsum </a:t>
            </a:r>
            <a:r>
              <a:rPr lang="fr-FR" dirty="0" err="1"/>
              <a:t>dolor</a:t>
            </a:r>
            <a:r>
              <a:rPr lang="fr-FR" dirty="0"/>
              <a:t> </a:t>
            </a:r>
            <a:r>
              <a:rPr lang="fr-FR" dirty="0" err="1"/>
              <a:t>sit</a:t>
            </a:r>
            <a:r>
              <a:rPr lang="fr-FR" dirty="0"/>
              <a:t> </a:t>
            </a:r>
            <a:r>
              <a:rPr lang="fr-FR" dirty="0" err="1"/>
              <a:t>amet</a:t>
            </a:r>
            <a:r>
              <a:rPr lang="fr-FR" dirty="0"/>
              <a:t>, </a:t>
            </a:r>
            <a:r>
              <a:rPr lang="fr-FR" dirty="0" err="1"/>
              <a:t>consectetur</a:t>
            </a:r>
            <a:r>
              <a:rPr lang="fr-FR" dirty="0"/>
              <a:t> </a:t>
            </a:r>
            <a:r>
              <a:rPr lang="fr-FR" dirty="0" err="1"/>
              <a:t>adipiscing</a:t>
            </a:r>
            <a:r>
              <a:rPr lang="fr-FR" dirty="0"/>
              <a:t> </a:t>
            </a:r>
            <a:r>
              <a:rPr lang="fr-FR" dirty="0" err="1"/>
              <a:t>elit</a:t>
            </a:r>
            <a:r>
              <a:rPr lang="fr-FR" dirty="0"/>
              <a:t>. </a:t>
            </a:r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BEE0921D-4C1D-4106-9AC0-F73F30E8D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9029760"/>
              </p:ext>
            </p:extLst>
          </p:nvPr>
        </p:nvGraphicFramePr>
        <p:xfrm>
          <a:off x="431801" y="1614845"/>
          <a:ext cx="11339510" cy="4252505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1619930">
                  <a:extLst>
                    <a:ext uri="{9D8B030D-6E8A-4147-A177-3AD203B41FA5}">
                      <a16:colId xmlns:a16="http://schemas.microsoft.com/office/drawing/2014/main" val="1173992025"/>
                    </a:ext>
                  </a:extLst>
                </a:gridCol>
                <a:gridCol w="1619930">
                  <a:extLst>
                    <a:ext uri="{9D8B030D-6E8A-4147-A177-3AD203B41FA5}">
                      <a16:colId xmlns:a16="http://schemas.microsoft.com/office/drawing/2014/main" val="115202853"/>
                    </a:ext>
                  </a:extLst>
                </a:gridCol>
                <a:gridCol w="1619930">
                  <a:extLst>
                    <a:ext uri="{9D8B030D-6E8A-4147-A177-3AD203B41FA5}">
                      <a16:colId xmlns:a16="http://schemas.microsoft.com/office/drawing/2014/main" val="1010693434"/>
                    </a:ext>
                  </a:extLst>
                </a:gridCol>
                <a:gridCol w="1619930">
                  <a:extLst>
                    <a:ext uri="{9D8B030D-6E8A-4147-A177-3AD203B41FA5}">
                      <a16:colId xmlns:a16="http://schemas.microsoft.com/office/drawing/2014/main" val="608292439"/>
                    </a:ext>
                  </a:extLst>
                </a:gridCol>
                <a:gridCol w="1619930">
                  <a:extLst>
                    <a:ext uri="{9D8B030D-6E8A-4147-A177-3AD203B41FA5}">
                      <a16:colId xmlns:a16="http://schemas.microsoft.com/office/drawing/2014/main" val="1007882540"/>
                    </a:ext>
                  </a:extLst>
                </a:gridCol>
                <a:gridCol w="1619930">
                  <a:extLst>
                    <a:ext uri="{9D8B030D-6E8A-4147-A177-3AD203B41FA5}">
                      <a16:colId xmlns:a16="http://schemas.microsoft.com/office/drawing/2014/main" val="3778082769"/>
                    </a:ext>
                  </a:extLst>
                </a:gridCol>
                <a:gridCol w="1619930">
                  <a:extLst>
                    <a:ext uri="{9D8B030D-6E8A-4147-A177-3AD203B41FA5}">
                      <a16:colId xmlns:a16="http://schemas.microsoft.com/office/drawing/2014/main" val="1136644251"/>
                    </a:ext>
                  </a:extLst>
                </a:gridCol>
              </a:tblGrid>
              <a:tr h="617885">
                <a:tc>
                  <a:txBody>
                    <a:bodyPr/>
                    <a:lstStyle/>
                    <a:p>
                      <a:pPr algn="ctr" rtl="0"/>
                      <a:endParaRPr lang="en-ZA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fr" sz="1600" b="0" dirty="0">
                          <a:solidFill>
                            <a:schemeClr val="bg1"/>
                          </a:solidFill>
                          <a:latin typeface="+mj-lt"/>
                        </a:rPr>
                        <a:t>Fournisseurs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fr" sz="1600" b="0">
                          <a:solidFill>
                            <a:schemeClr val="bg1"/>
                          </a:solidFill>
                          <a:latin typeface="+mj-lt"/>
                        </a:rPr>
                        <a:t>Utilisateurs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fr" sz="1600" b="0">
                          <a:solidFill>
                            <a:schemeClr val="bg1"/>
                          </a:solidFill>
                          <a:latin typeface="+mj-lt"/>
                        </a:rPr>
                        <a:t>Consultants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fr" sz="1600" b="0">
                          <a:solidFill>
                            <a:schemeClr val="bg1"/>
                          </a:solidFill>
                          <a:latin typeface="+mj-lt"/>
                        </a:rPr>
                        <a:t>Acheteurs de publicités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fr" sz="1600" b="0">
                          <a:solidFill>
                            <a:schemeClr val="bg1"/>
                          </a:solidFill>
                          <a:latin typeface="+mj-lt"/>
                        </a:rPr>
                        <a:t>Chiffre d’affaires brut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fr" sz="1600" b="0" dirty="0">
                          <a:solidFill>
                            <a:schemeClr val="bg1"/>
                          </a:solidFill>
                          <a:latin typeface="+mj-lt"/>
                        </a:rPr>
                        <a:t>Chiffre d’affaires de l’entreprise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7223600"/>
                  </a:ext>
                </a:extLst>
              </a:tr>
              <a:tr h="726924">
                <a:tc>
                  <a:txBody>
                    <a:bodyPr/>
                    <a:lstStyle/>
                    <a:p>
                      <a:pPr algn="ctr" rtl="0"/>
                      <a:r>
                        <a:rPr lang="fr" sz="16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20AA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fr" sz="16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fr" sz="16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0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fr" sz="16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fr" sz="16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fr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0 €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fr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0 €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3495943"/>
                  </a:ext>
                </a:extLst>
              </a:tr>
              <a:tr h="726924">
                <a:tc>
                  <a:txBody>
                    <a:bodyPr/>
                    <a:lstStyle/>
                    <a:p>
                      <a:pPr algn="ctr" rtl="0"/>
                      <a:r>
                        <a:rPr lang="fr" sz="16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20AA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fr" sz="16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fr" sz="16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100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fr" sz="16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fr" sz="16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fr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6 750 €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fr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1 013 €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2132828"/>
                  </a:ext>
                </a:extLst>
              </a:tr>
              <a:tr h="726924">
                <a:tc>
                  <a:txBody>
                    <a:bodyPr/>
                    <a:lstStyle/>
                    <a:p>
                      <a:pPr algn="ctr" rtl="0"/>
                      <a:r>
                        <a:rPr lang="fr" sz="16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20AA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fr" sz="16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fr" sz="16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500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fr" sz="16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60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fr" sz="16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500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fr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33 750 €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fr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5 063 €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4300830"/>
                  </a:ext>
                </a:extLst>
              </a:tr>
              <a:tr h="726924">
                <a:tc>
                  <a:txBody>
                    <a:bodyPr/>
                    <a:lstStyle/>
                    <a:p>
                      <a:pPr algn="ctr" rtl="0"/>
                      <a:r>
                        <a:rPr lang="fr" sz="16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20AA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fr" sz="16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200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fr" sz="16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2000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fr" sz="16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100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fr" sz="16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5000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fr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135 000 €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fr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20 250 €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7728417"/>
                  </a:ext>
                </a:extLst>
              </a:tr>
              <a:tr h="726924">
                <a:tc>
                  <a:txBody>
                    <a:bodyPr/>
                    <a:lstStyle/>
                    <a:p>
                      <a:pPr algn="ctr" rtl="0"/>
                      <a:r>
                        <a:rPr lang="fr" sz="16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20AA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fr" sz="16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400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fr" sz="16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4000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fr" sz="16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120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fr" sz="16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50000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fr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270 000 €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fr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40 500 €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7078208"/>
                  </a:ext>
                </a:extLst>
              </a:tr>
            </a:tbl>
          </a:graphicData>
        </a:graphic>
      </p:graphicFrame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B379698-AB4C-493D-BF95-F5781FDF2AC5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>
          <a:xfrm>
            <a:off x="11760000" y="6371351"/>
            <a:ext cx="432000" cy="432000"/>
          </a:xfrm>
        </p:spPr>
        <p:txBody>
          <a:bodyPr rtlCol="0"/>
          <a:lstStyle/>
          <a:p>
            <a:pPr rtl="0"/>
            <a:fld id="{19B51A1E-902D-48AF-9020-955120F399B6}" type="slidenum">
              <a:rPr lang="fr-FR" smtClean="0"/>
              <a:pPr rtl="0"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754214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Espace réservé d’image 11" descr="Salle de conférence">
            <a:extLst>
              <a:ext uri="{FF2B5EF4-FFF2-40B4-BE49-F238E27FC236}">
                <a16:creationId xmlns:a16="http://schemas.microsoft.com/office/drawing/2014/main" id="{8F5AE0D5-C196-A947-8AFE-449A48B26153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45" b="45"/>
          <a:stretch>
            <a:fillRect/>
          </a:stretch>
        </p:blipFill>
        <p:spPr/>
      </p:pic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B86E961-B76E-423F-995E-11B31E9214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071104" y="5359400"/>
            <a:ext cx="3688896" cy="565899"/>
          </a:xfrm>
        </p:spPr>
        <p:txBody>
          <a:bodyPr rtlCol="0"/>
          <a:lstStyle/>
          <a:p>
            <a:pPr rtl="0"/>
            <a:r>
              <a:rPr lang="fr-FR" dirty="0"/>
              <a:t>Image plein écran avec légende </a:t>
            </a:r>
            <a:r>
              <a:rPr lang="fr-FR" dirty="0" err="1"/>
              <a:t>lorem</a:t>
            </a:r>
            <a:r>
              <a:rPr lang="fr-FR" dirty="0"/>
              <a:t> ipsum </a:t>
            </a:r>
            <a:r>
              <a:rPr lang="fr-FR" dirty="0" err="1"/>
              <a:t>dolor</a:t>
            </a:r>
            <a:r>
              <a:rPr lang="fr-FR" dirty="0"/>
              <a:t> </a:t>
            </a:r>
            <a:r>
              <a:rPr lang="fr-FR" dirty="0" err="1"/>
              <a:t>sit</a:t>
            </a:r>
            <a:r>
              <a:rPr lang="fr-FR" dirty="0"/>
              <a:t> </a:t>
            </a:r>
            <a:r>
              <a:rPr lang="fr-FR" dirty="0" err="1"/>
              <a:t>amet</a:t>
            </a:r>
            <a:r>
              <a:rPr lang="fr-FR" dirty="0"/>
              <a:t> 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0202D98-AA1E-41BB-B94E-180311759C1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fr-FR" smtClean="0"/>
              <a:pPr rtl="0"/>
              <a:t>18</a:t>
            </a:fld>
            <a:endParaRPr lang="fr-FR" dirty="0"/>
          </a:p>
        </p:txBody>
      </p:sp>
      <p:sp>
        <p:nvSpPr>
          <p:cNvPr id="11" name="Title 10" hidden="1">
            <a:extLst>
              <a:ext uri="{FF2B5EF4-FFF2-40B4-BE49-F238E27FC236}">
                <a16:creationId xmlns:a16="http://schemas.microsoft.com/office/drawing/2014/main" id="{C5462610-1D7E-437B-B516-F30D9A789B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"/>
              <a:t>Large image</a:t>
            </a:r>
          </a:p>
        </p:txBody>
      </p:sp>
    </p:spTree>
    <p:extLst>
      <p:ext uri="{BB962C8B-B14F-4D97-AF65-F5344CB8AC3E}">
        <p14:creationId xmlns:p14="http://schemas.microsoft.com/office/powerpoint/2010/main" val="6652193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Espace réservé d’image 31" descr="Mains en train d’applaudir">
            <a:extLst>
              <a:ext uri="{FF2B5EF4-FFF2-40B4-BE49-F238E27FC236}">
                <a16:creationId xmlns:a16="http://schemas.microsoft.com/office/drawing/2014/main" id="{AAB6EE12-FEF8-FB41-A909-0DA61D7725C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14" name="Titre 13">
            <a:extLst>
              <a:ext uri="{FF2B5EF4-FFF2-40B4-BE49-F238E27FC236}">
                <a16:creationId xmlns:a16="http://schemas.microsoft.com/office/drawing/2014/main" id="{6C38D7A9-9299-4108-BB08-026F4B9CAE7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tIns="108000" rtlCol="0"/>
          <a:lstStyle/>
          <a:p>
            <a:pPr rtl="0">
              <a:lnSpc>
                <a:spcPct val="70000"/>
              </a:lnSpc>
            </a:pPr>
            <a:r>
              <a:rPr lang="fr-FR" sz="4000" dirty="0"/>
              <a:t>Merci de votre attention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0828E04-9C2A-4859-8050-C2DF67A249C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rtlCol="0"/>
          <a:lstStyle/>
          <a:p>
            <a:pPr rtl="0"/>
            <a:r>
              <a:rPr lang="fr-FR"/>
              <a:t>Héloïse Cartier</a:t>
            </a:r>
          </a:p>
        </p:txBody>
      </p:sp>
      <p:pic>
        <p:nvPicPr>
          <p:cNvPr id="8" name="Graphisme 7" descr="Utilisateur" title="Icône - Nom du présentateur">
            <a:extLst>
              <a:ext uri="{FF2B5EF4-FFF2-40B4-BE49-F238E27FC236}">
                <a16:creationId xmlns:a16="http://schemas.microsoft.com/office/drawing/2014/main" id="{111541C4-DB03-4E53-994D-499C7D73C4DF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85495" y="4006655"/>
            <a:ext cx="218900" cy="218900"/>
          </a:xfrm>
          <a:prstGeom prst="rect">
            <a:avLst/>
          </a:prstGeom>
        </p:spPr>
      </p:pic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11265965-2271-4C1C-BD0A-6F85F80FF9A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 rtlCol="0"/>
          <a:lstStyle/>
          <a:p>
            <a:pPr rtl="0"/>
            <a:r>
              <a:rPr lang="fr-FR"/>
              <a:t>+1 23 45 67 89</a:t>
            </a:r>
          </a:p>
        </p:txBody>
      </p:sp>
      <p:pic>
        <p:nvPicPr>
          <p:cNvPr id="10" name="Graphisme 9" descr="Smartphone" title="Icône - Numéro de téléphone du présentateur">
            <a:extLst>
              <a:ext uri="{FF2B5EF4-FFF2-40B4-BE49-F238E27FC236}">
                <a16:creationId xmlns:a16="http://schemas.microsoft.com/office/drawing/2014/main" id="{A29DE31C-E099-4579-BB03-675E0A40C5F2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485495" y="4355103"/>
            <a:ext cx="218900" cy="218900"/>
          </a:xfrm>
          <a:prstGeom prst="rect">
            <a:avLst/>
          </a:prstGeom>
        </p:spPr>
      </p:pic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50A3BCC3-A277-4C0B-9EBA-EB53990D8EB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 rtlCol="0"/>
          <a:lstStyle/>
          <a:p>
            <a:pPr rtl="0"/>
            <a:r>
              <a:rPr lang="fr-FR"/>
              <a:t>heloise@treyresearch.com</a:t>
            </a:r>
          </a:p>
        </p:txBody>
      </p:sp>
      <p:pic>
        <p:nvPicPr>
          <p:cNvPr id="9" name="Graphisme 8" descr="Enveloppe" title="Icône - Adresse e-mail du présentateur">
            <a:extLst>
              <a:ext uri="{FF2B5EF4-FFF2-40B4-BE49-F238E27FC236}">
                <a16:creationId xmlns:a16="http://schemas.microsoft.com/office/drawing/2014/main" id="{773C1382-ACE1-460F-A1B6-AB761A7D2E6B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485495" y="4703551"/>
            <a:ext cx="218900" cy="218900"/>
          </a:xfrm>
          <a:prstGeom prst="rect">
            <a:avLst/>
          </a:prstGeom>
        </p:spPr>
      </p:pic>
      <p:sp>
        <p:nvSpPr>
          <p:cNvPr id="16" name="Espace réservé du texte 15">
            <a:extLst>
              <a:ext uri="{FF2B5EF4-FFF2-40B4-BE49-F238E27FC236}">
                <a16:creationId xmlns:a16="http://schemas.microsoft.com/office/drawing/2014/main" id="{FD8A1232-50A8-4535-AAF9-7F4180EAA0D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 rtlCol="0"/>
          <a:lstStyle/>
          <a:p>
            <a:pPr rtl="0"/>
            <a:r>
              <a:rPr lang="fr-FR"/>
              <a:t>Trey Research</a:t>
            </a:r>
          </a:p>
        </p:txBody>
      </p:sp>
      <p:pic>
        <p:nvPicPr>
          <p:cNvPr id="11" name="Graphisme 10" descr="Lien">
            <a:extLst>
              <a:ext uri="{FF2B5EF4-FFF2-40B4-BE49-F238E27FC236}">
                <a16:creationId xmlns:a16="http://schemas.microsoft.com/office/drawing/2014/main" id="{0718E6E0-05A2-479C-AEA8-1A385EB73474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472552" y="5040763"/>
            <a:ext cx="244786" cy="244786"/>
          </a:xfrm>
          <a:prstGeom prst="rect">
            <a:avLst/>
          </a:prstGeom>
        </p:spPr>
      </p:pic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91814EC9-246A-4C6E-941E-5774FE72F08E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fr-FR" smtClean="0"/>
              <a:pPr rtl="0"/>
              <a:t>19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536783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e 4" descr="Comment utiliser ce modèle&#10;">
            <a:extLst>
              <a:ext uri="{FF2B5EF4-FFF2-40B4-BE49-F238E27FC236}">
                <a16:creationId xmlns:a16="http://schemas.microsoft.com/office/drawing/2014/main" id="{AF827C88-045E-4F68-9447-36B04E5AF96E}"/>
              </a:ext>
            </a:extLst>
          </p:cNvPr>
          <p:cNvGrpSpPr/>
          <p:nvPr/>
        </p:nvGrpSpPr>
        <p:grpSpPr>
          <a:xfrm>
            <a:off x="298484" y="589495"/>
            <a:ext cx="3002130" cy="3083313"/>
            <a:chOff x="1341135" y="527364"/>
            <a:chExt cx="3002130" cy="3083313"/>
          </a:xfrm>
        </p:grpSpPr>
        <p:sp>
          <p:nvSpPr>
            <p:cNvPr id="37" name="Ovale 36" title="Graphismes d’arrière-plan circulaires">
              <a:extLst>
                <a:ext uri="{FF2B5EF4-FFF2-40B4-BE49-F238E27FC236}">
                  <a16:creationId xmlns:a16="http://schemas.microsoft.com/office/drawing/2014/main" id="{C51FBE48-2848-4EC5-89D6-C5C86C105FD1}"/>
                </a:ext>
              </a:extLst>
            </p:cNvPr>
            <p:cNvSpPr/>
            <p:nvPr/>
          </p:nvSpPr>
          <p:spPr>
            <a:xfrm>
              <a:off x="1341135" y="814260"/>
              <a:ext cx="2796417" cy="279641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>
                <a:lnSpc>
                  <a:spcPts val="3000"/>
                </a:lnSpc>
              </a:pPr>
              <a:r>
                <a:rPr lang="fr-FR" sz="2400" b="1"/>
                <a:t>Comment</a:t>
              </a:r>
              <a:r>
                <a:rPr lang="fr-FR" sz="2400"/>
                <a:t> </a:t>
              </a:r>
              <a:r>
                <a:rPr lang="fr-FR" sz="2400" i="1"/>
                <a:t>personnaliser </a:t>
              </a:r>
              <a:r>
                <a:rPr lang="fr-FR" sz="2400"/>
                <a:t>ce modèle</a:t>
              </a:r>
            </a:p>
          </p:txBody>
        </p:sp>
        <p:sp>
          <p:nvSpPr>
            <p:cNvPr id="40" name="Ovale 39" title="Graphismes d’arrière-plan circulaires">
              <a:extLst>
                <a:ext uri="{FF2B5EF4-FFF2-40B4-BE49-F238E27FC236}">
                  <a16:creationId xmlns:a16="http://schemas.microsoft.com/office/drawing/2014/main" id="{DDBE5AE1-0732-46F6-A796-4251201817EE}"/>
                </a:ext>
              </a:extLst>
            </p:cNvPr>
            <p:cNvSpPr/>
            <p:nvPr/>
          </p:nvSpPr>
          <p:spPr>
            <a:xfrm>
              <a:off x="3125525" y="527364"/>
              <a:ext cx="1217740" cy="121774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/>
            </a:p>
          </p:txBody>
        </p:sp>
        <p:sp>
          <p:nvSpPr>
            <p:cNvPr id="41" name="Ovale 40" title="Graphismes d’arrière-plan circulaires">
              <a:extLst>
                <a:ext uri="{FF2B5EF4-FFF2-40B4-BE49-F238E27FC236}">
                  <a16:creationId xmlns:a16="http://schemas.microsoft.com/office/drawing/2014/main" id="{4571EFCA-4D6B-4975-BCE3-09C7F433B4DA}"/>
                </a:ext>
              </a:extLst>
            </p:cNvPr>
            <p:cNvSpPr/>
            <p:nvPr/>
          </p:nvSpPr>
          <p:spPr>
            <a:xfrm>
              <a:off x="1537865" y="3001655"/>
              <a:ext cx="360000" cy="360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/>
            </a:p>
          </p:txBody>
        </p:sp>
        <p:sp>
          <p:nvSpPr>
            <p:cNvPr id="38" name="Titre 2">
              <a:extLst>
                <a:ext uri="{FF2B5EF4-FFF2-40B4-BE49-F238E27FC236}">
                  <a16:creationId xmlns:a16="http://schemas.microsoft.com/office/drawing/2014/main" id="{E3AEFCE0-0A87-4B19-ABDE-39B6D794A7ED}"/>
                </a:ext>
              </a:extLst>
            </p:cNvPr>
            <p:cNvSpPr txBox="1">
              <a:spLocks/>
            </p:cNvSpPr>
            <p:nvPr/>
          </p:nvSpPr>
          <p:spPr>
            <a:xfrm>
              <a:off x="3133073" y="654208"/>
              <a:ext cx="1188691" cy="1186824"/>
            </a:xfrm>
            <a:prstGeom prst="rect">
              <a:avLst/>
            </a:prstGeom>
          </p:spPr>
          <p:txBody>
            <a:bodyPr vert="horz" lIns="0" tIns="0" rIns="0" bIns="0" rtlCol="0" anchor="t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200" kern="1200" spc="-15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 rtl="0"/>
              <a:r>
                <a:rPr lang="fr-FR" sz="7200" b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?</a:t>
              </a:r>
            </a:p>
          </p:txBody>
        </p:sp>
      </p:grpSp>
      <p:sp>
        <p:nvSpPr>
          <p:cNvPr id="6" name="Rectangle 5" descr="Encadré d’arrière-plan - Instructions">
            <a:extLst>
              <a:ext uri="{FF2B5EF4-FFF2-40B4-BE49-F238E27FC236}">
                <a16:creationId xmlns:a16="http://schemas.microsoft.com/office/drawing/2014/main" id="{20779E53-6FBF-49D4-B71F-9C4591CB06D5}"/>
              </a:ext>
            </a:extLst>
          </p:cNvPr>
          <p:cNvSpPr/>
          <p:nvPr/>
        </p:nvSpPr>
        <p:spPr>
          <a:xfrm>
            <a:off x="3489598" y="70559"/>
            <a:ext cx="4708996" cy="417755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/>
          </a:p>
        </p:txBody>
      </p:sp>
      <p:sp>
        <p:nvSpPr>
          <p:cNvPr id="43" name="Ovale 42" title="Graphismes d’arrière-plan circulaires">
            <a:extLst>
              <a:ext uri="{FF2B5EF4-FFF2-40B4-BE49-F238E27FC236}">
                <a16:creationId xmlns:a16="http://schemas.microsoft.com/office/drawing/2014/main" id="{C4AAE0A8-79D5-440B-B812-5976D3EDBD0C}"/>
              </a:ext>
            </a:extLst>
          </p:cNvPr>
          <p:cNvSpPr/>
          <p:nvPr/>
        </p:nvSpPr>
        <p:spPr>
          <a:xfrm>
            <a:off x="3630478" y="200418"/>
            <a:ext cx="426811" cy="42681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fr-FR" b="1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grpSp>
        <p:nvGrpSpPr>
          <p:cNvPr id="46" name="Groupe 45" title="Ajoutez vos images">
            <a:extLst>
              <a:ext uri="{FF2B5EF4-FFF2-40B4-BE49-F238E27FC236}">
                <a16:creationId xmlns:a16="http://schemas.microsoft.com/office/drawing/2014/main" id="{D61E15D2-0BAF-4A2C-9698-DD4F6BAB920D}"/>
              </a:ext>
            </a:extLst>
          </p:cNvPr>
          <p:cNvGrpSpPr/>
          <p:nvPr/>
        </p:nvGrpSpPr>
        <p:grpSpPr>
          <a:xfrm>
            <a:off x="3628308" y="530352"/>
            <a:ext cx="4341658" cy="3585644"/>
            <a:chOff x="424893" y="379770"/>
            <a:chExt cx="4341658" cy="3585644"/>
          </a:xfrm>
        </p:grpSpPr>
        <p:sp>
          <p:nvSpPr>
            <p:cNvPr id="16" name="Zone de texte 15">
              <a:extLst>
                <a:ext uri="{FF2B5EF4-FFF2-40B4-BE49-F238E27FC236}">
                  <a16:creationId xmlns:a16="http://schemas.microsoft.com/office/drawing/2014/main" id="{1AA52088-CC08-4B31-88C3-7589922DEBB6}"/>
                </a:ext>
              </a:extLst>
            </p:cNvPr>
            <p:cNvSpPr txBox="1"/>
            <p:nvPr/>
          </p:nvSpPr>
          <p:spPr>
            <a:xfrm>
              <a:off x="424893" y="3134417"/>
              <a:ext cx="2138417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0"/>
              <a:r>
                <a:rPr lang="fr-FR" sz="1600" b="1" dirty="0"/>
                <a:t>Supprimez</a:t>
              </a:r>
              <a:r>
                <a:rPr lang="fr-FR" sz="1600" dirty="0"/>
                <a:t> l’image ou l’icône d’espace réservé,</a:t>
              </a:r>
            </a:p>
          </p:txBody>
        </p:sp>
        <p:pic>
          <p:nvPicPr>
            <p:cNvPr id="12" name="Image 11" title="Graphismes - Instructions d’utilisation du modèle">
              <a:extLst>
                <a:ext uri="{FF2B5EF4-FFF2-40B4-BE49-F238E27FC236}">
                  <a16:creationId xmlns:a16="http://schemas.microsoft.com/office/drawing/2014/main" id="{B945A26A-43DB-4AED-BA9E-E81359BA2E2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464686" y="910689"/>
              <a:ext cx="1985426" cy="2008300"/>
            </a:xfrm>
            <a:prstGeom prst="rect">
              <a:avLst/>
            </a:prstGeom>
          </p:spPr>
        </p:pic>
        <p:pic>
          <p:nvPicPr>
            <p:cNvPr id="13" name="Image 12">
              <a:extLst>
                <a:ext uri="{FF2B5EF4-FFF2-40B4-BE49-F238E27FC236}">
                  <a16:creationId xmlns:a16="http://schemas.microsoft.com/office/drawing/2014/main" id="{56A7864C-1101-45CF-B3E0-1BB84A195D2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730660" y="963918"/>
              <a:ext cx="1905000" cy="1922971"/>
            </a:xfrm>
            <a:prstGeom prst="rect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</p:pic>
        <p:sp>
          <p:nvSpPr>
            <p:cNvPr id="15" name="Zone de texte 14">
              <a:extLst>
                <a:ext uri="{FF2B5EF4-FFF2-40B4-BE49-F238E27FC236}">
                  <a16:creationId xmlns:a16="http://schemas.microsoft.com/office/drawing/2014/main" id="{5083EB4B-86A0-45E7-8493-F0169A4CCC87}"/>
                </a:ext>
              </a:extLst>
            </p:cNvPr>
            <p:cNvSpPr txBox="1"/>
            <p:nvPr/>
          </p:nvSpPr>
          <p:spPr>
            <a:xfrm>
              <a:off x="499040" y="379770"/>
              <a:ext cx="413662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0"/>
              <a:r>
                <a:rPr lang="fr-FR" sz="2000" b="1"/>
                <a:t>Ajoutez vos images</a:t>
              </a:r>
            </a:p>
          </p:txBody>
        </p:sp>
        <p:sp>
          <p:nvSpPr>
            <p:cNvPr id="17" name="Zone de texte 16">
              <a:extLst>
                <a:ext uri="{FF2B5EF4-FFF2-40B4-BE49-F238E27FC236}">
                  <a16:creationId xmlns:a16="http://schemas.microsoft.com/office/drawing/2014/main" id="{0F108E97-1B0C-4A75-91C1-1B9A03212BD0}"/>
                </a:ext>
              </a:extLst>
            </p:cNvPr>
            <p:cNvSpPr txBox="1"/>
            <p:nvPr/>
          </p:nvSpPr>
          <p:spPr>
            <a:xfrm>
              <a:off x="2628134" y="3134416"/>
              <a:ext cx="2138417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0"/>
              <a:r>
                <a:rPr lang="fr-FR" sz="1600"/>
                <a:t>puis sélectionnez </a:t>
              </a:r>
              <a:r>
                <a:rPr lang="fr-FR" sz="1600" b="1" i="1"/>
                <a:t>ou</a:t>
              </a:r>
              <a:r>
                <a:rPr lang="fr-FR" sz="1600"/>
                <a:t> glissez-déplacez votre photo</a:t>
              </a:r>
            </a:p>
          </p:txBody>
        </p:sp>
        <p:sp>
          <p:nvSpPr>
            <p:cNvPr id="20" name="Graphisme 18" title="Flèche - Instructions d’utilisation du modèle">
              <a:extLst>
                <a:ext uri="{FF2B5EF4-FFF2-40B4-BE49-F238E27FC236}">
                  <a16:creationId xmlns:a16="http://schemas.microsoft.com/office/drawing/2014/main" id="{3CDE6CC0-E86B-4B0C-B994-AD3ECE46636B}"/>
                </a:ext>
              </a:extLst>
            </p:cNvPr>
            <p:cNvSpPr/>
            <p:nvPr/>
          </p:nvSpPr>
          <p:spPr>
            <a:xfrm rot="4500000" flipH="1">
              <a:off x="1365275" y="2606461"/>
              <a:ext cx="367586" cy="457870"/>
            </a:xfrm>
            <a:custGeom>
              <a:avLst/>
              <a:gdLst>
                <a:gd name="connsiteX0" fmla="*/ 27380 w 542925"/>
                <a:gd name="connsiteY0" fmla="*/ 669232 h 676275"/>
                <a:gd name="connsiteX1" fmla="*/ 138823 w 542925"/>
                <a:gd name="connsiteY1" fmla="*/ 376814 h 676275"/>
                <a:gd name="connsiteX2" fmla="*/ 352183 w 542925"/>
                <a:gd name="connsiteY2" fmla="*/ 147262 h 676275"/>
                <a:gd name="connsiteX3" fmla="*/ 485533 w 542925"/>
                <a:gd name="connsiteY3" fmla="*/ 68204 h 676275"/>
                <a:gd name="connsiteX4" fmla="*/ 469340 w 542925"/>
                <a:gd name="connsiteY4" fmla="*/ 96779 h 676275"/>
                <a:gd name="connsiteX5" fmla="*/ 416953 w 542925"/>
                <a:gd name="connsiteY5" fmla="*/ 192029 h 676275"/>
                <a:gd name="connsiteX6" fmla="*/ 433145 w 542925"/>
                <a:gd name="connsiteY6" fmla="*/ 216794 h 676275"/>
                <a:gd name="connsiteX7" fmla="*/ 484580 w 542925"/>
                <a:gd name="connsiteY7" fmla="*/ 124402 h 676275"/>
                <a:gd name="connsiteX8" fmla="*/ 509345 w 542925"/>
                <a:gd name="connsiteY8" fmla="*/ 78682 h 676275"/>
                <a:gd name="connsiteX9" fmla="*/ 536015 w 542925"/>
                <a:gd name="connsiteY9" fmla="*/ 37724 h 676275"/>
                <a:gd name="connsiteX10" fmla="*/ 524585 w 542925"/>
                <a:gd name="connsiteY10" fmla="*/ 7244 h 676275"/>
                <a:gd name="connsiteX11" fmla="*/ 297890 w 542925"/>
                <a:gd name="connsiteY11" fmla="*/ 39629 h 676275"/>
                <a:gd name="connsiteX12" fmla="*/ 307415 w 542925"/>
                <a:gd name="connsiteY12" fmla="*/ 71062 h 676275"/>
                <a:gd name="connsiteX13" fmla="*/ 436003 w 542925"/>
                <a:gd name="connsiteY13" fmla="*/ 54869 h 676275"/>
                <a:gd name="connsiteX14" fmla="*/ 233120 w 542925"/>
                <a:gd name="connsiteY14" fmla="*/ 208222 h 676275"/>
                <a:gd name="connsiteX15" fmla="*/ 57860 w 542925"/>
                <a:gd name="connsiteY15" fmla="*/ 473969 h 676275"/>
                <a:gd name="connsiteX16" fmla="*/ 7378 w 542925"/>
                <a:gd name="connsiteY16" fmla="*/ 648277 h 676275"/>
                <a:gd name="connsiteX17" fmla="*/ 14045 w 542925"/>
                <a:gd name="connsiteY17" fmla="*/ 670184 h 676275"/>
                <a:gd name="connsiteX18" fmla="*/ 27380 w 542925"/>
                <a:gd name="connsiteY18" fmla="*/ 669232 h 67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542925" h="676275">
                  <a:moveTo>
                    <a:pt x="27380" y="669232"/>
                  </a:moveTo>
                  <a:cubicBezTo>
                    <a:pt x="44525" y="565409"/>
                    <a:pt x="83578" y="465397"/>
                    <a:pt x="138823" y="376814"/>
                  </a:cubicBezTo>
                  <a:cubicBezTo>
                    <a:pt x="195020" y="288232"/>
                    <a:pt x="267410" y="209174"/>
                    <a:pt x="352183" y="147262"/>
                  </a:cubicBezTo>
                  <a:cubicBezTo>
                    <a:pt x="394093" y="116782"/>
                    <a:pt x="438860" y="90112"/>
                    <a:pt x="485533" y="68204"/>
                  </a:cubicBezTo>
                  <a:cubicBezTo>
                    <a:pt x="479818" y="77729"/>
                    <a:pt x="475055" y="87254"/>
                    <a:pt x="469340" y="96779"/>
                  </a:cubicBezTo>
                  <a:cubicBezTo>
                    <a:pt x="452195" y="128212"/>
                    <a:pt x="434098" y="160597"/>
                    <a:pt x="416953" y="192029"/>
                  </a:cubicBezTo>
                  <a:cubicBezTo>
                    <a:pt x="412190" y="201554"/>
                    <a:pt x="425525" y="230129"/>
                    <a:pt x="433145" y="216794"/>
                  </a:cubicBezTo>
                  <a:cubicBezTo>
                    <a:pt x="450290" y="186314"/>
                    <a:pt x="467435" y="154882"/>
                    <a:pt x="484580" y="124402"/>
                  </a:cubicBezTo>
                  <a:cubicBezTo>
                    <a:pt x="493153" y="109162"/>
                    <a:pt x="501725" y="93922"/>
                    <a:pt x="509345" y="78682"/>
                  </a:cubicBezTo>
                  <a:cubicBezTo>
                    <a:pt x="516965" y="64394"/>
                    <a:pt x="523633" y="48202"/>
                    <a:pt x="536015" y="37724"/>
                  </a:cubicBezTo>
                  <a:cubicBezTo>
                    <a:pt x="543635" y="31057"/>
                    <a:pt x="535063" y="5339"/>
                    <a:pt x="524585" y="7244"/>
                  </a:cubicBezTo>
                  <a:cubicBezTo>
                    <a:pt x="449338" y="21532"/>
                    <a:pt x="374090" y="32009"/>
                    <a:pt x="297890" y="39629"/>
                  </a:cubicBezTo>
                  <a:cubicBezTo>
                    <a:pt x="287413" y="40582"/>
                    <a:pt x="295033" y="72967"/>
                    <a:pt x="307415" y="71062"/>
                  </a:cubicBezTo>
                  <a:cubicBezTo>
                    <a:pt x="350278" y="66299"/>
                    <a:pt x="393140" y="61537"/>
                    <a:pt x="436003" y="54869"/>
                  </a:cubicBezTo>
                  <a:cubicBezTo>
                    <a:pt x="360755" y="94874"/>
                    <a:pt x="292175" y="147262"/>
                    <a:pt x="233120" y="208222"/>
                  </a:cubicBezTo>
                  <a:cubicBezTo>
                    <a:pt x="158825" y="284422"/>
                    <a:pt x="98818" y="375862"/>
                    <a:pt x="57860" y="473969"/>
                  </a:cubicBezTo>
                  <a:cubicBezTo>
                    <a:pt x="35000" y="530167"/>
                    <a:pt x="17855" y="588269"/>
                    <a:pt x="7378" y="648277"/>
                  </a:cubicBezTo>
                  <a:cubicBezTo>
                    <a:pt x="6425" y="655897"/>
                    <a:pt x="8330" y="665422"/>
                    <a:pt x="14045" y="670184"/>
                  </a:cubicBezTo>
                  <a:cubicBezTo>
                    <a:pt x="20713" y="676852"/>
                    <a:pt x="25475" y="675899"/>
                    <a:pt x="27380" y="669232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rtl="0"/>
              <a:endParaRPr lang="fr-FR"/>
            </a:p>
          </p:txBody>
        </p:sp>
        <p:sp>
          <p:nvSpPr>
            <p:cNvPr id="21" name="Graphisme 18" title="Flèche - Instructions d’utilisation du modèle">
              <a:extLst>
                <a:ext uri="{FF2B5EF4-FFF2-40B4-BE49-F238E27FC236}">
                  <a16:creationId xmlns:a16="http://schemas.microsoft.com/office/drawing/2014/main" id="{051A3989-527C-4619-9BF7-E99892F1986E}"/>
                </a:ext>
              </a:extLst>
            </p:cNvPr>
            <p:cNvSpPr/>
            <p:nvPr/>
          </p:nvSpPr>
          <p:spPr>
            <a:xfrm rot="17820117">
              <a:off x="3452257" y="2502894"/>
              <a:ext cx="421360" cy="524851"/>
            </a:xfrm>
            <a:custGeom>
              <a:avLst/>
              <a:gdLst>
                <a:gd name="connsiteX0" fmla="*/ 27380 w 542925"/>
                <a:gd name="connsiteY0" fmla="*/ 669232 h 676275"/>
                <a:gd name="connsiteX1" fmla="*/ 138823 w 542925"/>
                <a:gd name="connsiteY1" fmla="*/ 376814 h 676275"/>
                <a:gd name="connsiteX2" fmla="*/ 352183 w 542925"/>
                <a:gd name="connsiteY2" fmla="*/ 147262 h 676275"/>
                <a:gd name="connsiteX3" fmla="*/ 485533 w 542925"/>
                <a:gd name="connsiteY3" fmla="*/ 68204 h 676275"/>
                <a:gd name="connsiteX4" fmla="*/ 469340 w 542925"/>
                <a:gd name="connsiteY4" fmla="*/ 96779 h 676275"/>
                <a:gd name="connsiteX5" fmla="*/ 416953 w 542925"/>
                <a:gd name="connsiteY5" fmla="*/ 192029 h 676275"/>
                <a:gd name="connsiteX6" fmla="*/ 433145 w 542925"/>
                <a:gd name="connsiteY6" fmla="*/ 216794 h 676275"/>
                <a:gd name="connsiteX7" fmla="*/ 484580 w 542925"/>
                <a:gd name="connsiteY7" fmla="*/ 124402 h 676275"/>
                <a:gd name="connsiteX8" fmla="*/ 509345 w 542925"/>
                <a:gd name="connsiteY8" fmla="*/ 78682 h 676275"/>
                <a:gd name="connsiteX9" fmla="*/ 536015 w 542925"/>
                <a:gd name="connsiteY9" fmla="*/ 37724 h 676275"/>
                <a:gd name="connsiteX10" fmla="*/ 524585 w 542925"/>
                <a:gd name="connsiteY10" fmla="*/ 7244 h 676275"/>
                <a:gd name="connsiteX11" fmla="*/ 297890 w 542925"/>
                <a:gd name="connsiteY11" fmla="*/ 39629 h 676275"/>
                <a:gd name="connsiteX12" fmla="*/ 307415 w 542925"/>
                <a:gd name="connsiteY12" fmla="*/ 71062 h 676275"/>
                <a:gd name="connsiteX13" fmla="*/ 436003 w 542925"/>
                <a:gd name="connsiteY13" fmla="*/ 54869 h 676275"/>
                <a:gd name="connsiteX14" fmla="*/ 233120 w 542925"/>
                <a:gd name="connsiteY14" fmla="*/ 208222 h 676275"/>
                <a:gd name="connsiteX15" fmla="*/ 57860 w 542925"/>
                <a:gd name="connsiteY15" fmla="*/ 473969 h 676275"/>
                <a:gd name="connsiteX16" fmla="*/ 7378 w 542925"/>
                <a:gd name="connsiteY16" fmla="*/ 648277 h 676275"/>
                <a:gd name="connsiteX17" fmla="*/ 14045 w 542925"/>
                <a:gd name="connsiteY17" fmla="*/ 670184 h 676275"/>
                <a:gd name="connsiteX18" fmla="*/ 27380 w 542925"/>
                <a:gd name="connsiteY18" fmla="*/ 669232 h 67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542925" h="676275">
                  <a:moveTo>
                    <a:pt x="27380" y="669232"/>
                  </a:moveTo>
                  <a:cubicBezTo>
                    <a:pt x="44525" y="565409"/>
                    <a:pt x="83578" y="465397"/>
                    <a:pt x="138823" y="376814"/>
                  </a:cubicBezTo>
                  <a:cubicBezTo>
                    <a:pt x="195020" y="288232"/>
                    <a:pt x="267410" y="209174"/>
                    <a:pt x="352183" y="147262"/>
                  </a:cubicBezTo>
                  <a:cubicBezTo>
                    <a:pt x="394093" y="116782"/>
                    <a:pt x="438860" y="90112"/>
                    <a:pt x="485533" y="68204"/>
                  </a:cubicBezTo>
                  <a:cubicBezTo>
                    <a:pt x="479818" y="77729"/>
                    <a:pt x="475055" y="87254"/>
                    <a:pt x="469340" y="96779"/>
                  </a:cubicBezTo>
                  <a:cubicBezTo>
                    <a:pt x="452195" y="128212"/>
                    <a:pt x="434098" y="160597"/>
                    <a:pt x="416953" y="192029"/>
                  </a:cubicBezTo>
                  <a:cubicBezTo>
                    <a:pt x="412190" y="201554"/>
                    <a:pt x="425525" y="230129"/>
                    <a:pt x="433145" y="216794"/>
                  </a:cubicBezTo>
                  <a:cubicBezTo>
                    <a:pt x="450290" y="186314"/>
                    <a:pt x="467435" y="154882"/>
                    <a:pt x="484580" y="124402"/>
                  </a:cubicBezTo>
                  <a:cubicBezTo>
                    <a:pt x="493153" y="109162"/>
                    <a:pt x="501725" y="93922"/>
                    <a:pt x="509345" y="78682"/>
                  </a:cubicBezTo>
                  <a:cubicBezTo>
                    <a:pt x="516965" y="64394"/>
                    <a:pt x="523633" y="48202"/>
                    <a:pt x="536015" y="37724"/>
                  </a:cubicBezTo>
                  <a:cubicBezTo>
                    <a:pt x="543635" y="31057"/>
                    <a:pt x="535063" y="5339"/>
                    <a:pt x="524585" y="7244"/>
                  </a:cubicBezTo>
                  <a:cubicBezTo>
                    <a:pt x="449338" y="21532"/>
                    <a:pt x="374090" y="32009"/>
                    <a:pt x="297890" y="39629"/>
                  </a:cubicBezTo>
                  <a:cubicBezTo>
                    <a:pt x="287413" y="40582"/>
                    <a:pt x="295033" y="72967"/>
                    <a:pt x="307415" y="71062"/>
                  </a:cubicBezTo>
                  <a:cubicBezTo>
                    <a:pt x="350278" y="66299"/>
                    <a:pt x="393140" y="61537"/>
                    <a:pt x="436003" y="54869"/>
                  </a:cubicBezTo>
                  <a:cubicBezTo>
                    <a:pt x="360755" y="94874"/>
                    <a:pt x="292175" y="147262"/>
                    <a:pt x="233120" y="208222"/>
                  </a:cubicBezTo>
                  <a:cubicBezTo>
                    <a:pt x="158825" y="284422"/>
                    <a:pt x="98818" y="375862"/>
                    <a:pt x="57860" y="473969"/>
                  </a:cubicBezTo>
                  <a:cubicBezTo>
                    <a:pt x="35000" y="530167"/>
                    <a:pt x="17855" y="588269"/>
                    <a:pt x="7378" y="648277"/>
                  </a:cubicBezTo>
                  <a:cubicBezTo>
                    <a:pt x="6425" y="655897"/>
                    <a:pt x="8330" y="665422"/>
                    <a:pt x="14045" y="670184"/>
                  </a:cubicBezTo>
                  <a:cubicBezTo>
                    <a:pt x="20713" y="676852"/>
                    <a:pt x="25475" y="675899"/>
                    <a:pt x="27380" y="669232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rtl="0"/>
              <a:endParaRPr lang="fr-FR"/>
            </a:p>
          </p:txBody>
        </p:sp>
      </p:grpSp>
      <p:sp>
        <p:nvSpPr>
          <p:cNvPr id="42" name="Rectangle 41" descr="Encadré d’arrière-plan - Instructions">
            <a:extLst>
              <a:ext uri="{FF2B5EF4-FFF2-40B4-BE49-F238E27FC236}">
                <a16:creationId xmlns:a16="http://schemas.microsoft.com/office/drawing/2014/main" id="{3844B058-3CE8-4852-BEF6-257F8549EE99}"/>
              </a:ext>
            </a:extLst>
          </p:cNvPr>
          <p:cNvSpPr/>
          <p:nvPr/>
        </p:nvSpPr>
        <p:spPr>
          <a:xfrm>
            <a:off x="8282947" y="2345290"/>
            <a:ext cx="3803798" cy="355068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/>
          </a:p>
        </p:txBody>
      </p:sp>
      <p:sp>
        <p:nvSpPr>
          <p:cNvPr id="45" name="Ovale 44" title="Graphismes d’arrière-plan circulaires">
            <a:extLst>
              <a:ext uri="{FF2B5EF4-FFF2-40B4-BE49-F238E27FC236}">
                <a16:creationId xmlns:a16="http://schemas.microsoft.com/office/drawing/2014/main" id="{840F97B3-0E1D-40DC-BF8C-2D40E7DDC61C}"/>
              </a:ext>
            </a:extLst>
          </p:cNvPr>
          <p:cNvSpPr/>
          <p:nvPr/>
        </p:nvSpPr>
        <p:spPr>
          <a:xfrm>
            <a:off x="8426865" y="2498870"/>
            <a:ext cx="426811" cy="42681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fr-FR" b="1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14" name="Zone de texte 13">
            <a:extLst>
              <a:ext uri="{FF2B5EF4-FFF2-40B4-BE49-F238E27FC236}">
                <a16:creationId xmlns:a16="http://schemas.microsoft.com/office/drawing/2014/main" id="{7EAFFD73-4869-4CC3-8C60-E7C58E91DDE1}"/>
              </a:ext>
            </a:extLst>
          </p:cNvPr>
          <p:cNvSpPr txBox="1"/>
          <p:nvPr/>
        </p:nvSpPr>
        <p:spPr>
          <a:xfrm>
            <a:off x="8672699" y="2908827"/>
            <a:ext cx="30052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/>
            <a:r>
              <a:rPr lang="fr-FR" sz="2000" b="1" dirty="0"/>
              <a:t>Logo de l’entreprise</a:t>
            </a:r>
          </a:p>
        </p:txBody>
      </p:sp>
      <p:sp>
        <p:nvSpPr>
          <p:cNvPr id="10" name="Zone de texte 9">
            <a:extLst>
              <a:ext uri="{FF2B5EF4-FFF2-40B4-BE49-F238E27FC236}">
                <a16:creationId xmlns:a16="http://schemas.microsoft.com/office/drawing/2014/main" id="{DBE590BD-3E87-43CE-BDCC-A6A81A224642}"/>
              </a:ext>
            </a:extLst>
          </p:cNvPr>
          <p:cNvSpPr txBox="1"/>
          <p:nvPr/>
        </p:nvSpPr>
        <p:spPr>
          <a:xfrm>
            <a:off x="8672699" y="3512367"/>
            <a:ext cx="300523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/>
            <a:r>
              <a:rPr lang="fr-FR" sz="1600" dirty="0"/>
              <a:t>Insérez le logo de votre entreprise sur le </a:t>
            </a:r>
            <a:r>
              <a:rPr lang="fr-FR" sz="1600" b="1" dirty="0"/>
              <a:t>masque des diapositives</a:t>
            </a:r>
          </a:p>
          <a:p>
            <a:pPr algn="ctr" rtl="0"/>
            <a:br>
              <a:rPr lang="fr-FR" dirty="0"/>
            </a:br>
            <a:r>
              <a:rPr lang="fr-FR" dirty="0"/>
              <a:t>    </a:t>
            </a:r>
            <a:r>
              <a:rPr lang="fr-FR" sz="1200" dirty="0"/>
              <a:t>Affichage </a:t>
            </a:r>
            <a:r>
              <a:rPr lang="fr-FR" sz="1200" dirty="0">
                <a:sym typeface="Wingdings" panose="05000000000000000000" pitchFamily="2" charset="2"/>
              </a:rPr>
              <a:t></a:t>
            </a:r>
            <a:r>
              <a:rPr lang="fr-FR" sz="1200" dirty="0"/>
              <a:t> Masque des diapositives</a:t>
            </a:r>
          </a:p>
          <a:p>
            <a:pPr algn="ctr" rtl="0"/>
            <a:br>
              <a:rPr lang="fr-FR" sz="1200" dirty="0"/>
            </a:br>
            <a:r>
              <a:rPr lang="fr-FR" sz="1200" dirty="0"/>
              <a:t>Vérifiez que vous êtes bien sur la </a:t>
            </a:r>
            <a:r>
              <a:rPr lang="fr-FR" sz="1200" b="1" dirty="0"/>
              <a:t>première diapositive </a:t>
            </a:r>
            <a:r>
              <a:rPr lang="fr-FR" sz="1200" dirty="0"/>
              <a:t>(masque), puis supprimez le logo d’espace réservé et insérez le vôtre ou modifiez le texte. </a:t>
            </a:r>
            <a:endParaRPr lang="fr-FR" dirty="0"/>
          </a:p>
        </p:txBody>
      </p:sp>
      <p:pic>
        <p:nvPicPr>
          <p:cNvPr id="34" name="Graphisme 33" title="Icône de clic">
            <a:extLst>
              <a:ext uri="{FF2B5EF4-FFF2-40B4-BE49-F238E27FC236}">
                <a16:creationId xmlns:a16="http://schemas.microsoft.com/office/drawing/2014/main" id="{CD918641-0E9F-47D8-845F-9A6E26FAFE57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843253" y="4604852"/>
            <a:ext cx="199025" cy="19902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raphisme 6" title="Flèche - Instructions d’utilisation du modèle">
            <a:extLst>
              <a:ext uri="{FF2B5EF4-FFF2-40B4-BE49-F238E27FC236}">
                <a16:creationId xmlns:a16="http://schemas.microsoft.com/office/drawing/2014/main" id="{B380D939-B966-40C5-8110-A8705AE6EE34}"/>
              </a:ext>
            </a:extLst>
          </p:cNvPr>
          <p:cNvSpPr/>
          <p:nvPr/>
        </p:nvSpPr>
        <p:spPr>
          <a:xfrm rot="14861138" flipH="1">
            <a:off x="9901537" y="5592451"/>
            <a:ext cx="829790" cy="849274"/>
          </a:xfrm>
          <a:custGeom>
            <a:avLst/>
            <a:gdLst>
              <a:gd name="connsiteX0" fmla="*/ 626791 w 676275"/>
              <a:gd name="connsiteY0" fmla="*/ 456724 h 666750"/>
              <a:gd name="connsiteX1" fmla="*/ 624886 w 676275"/>
              <a:gd name="connsiteY1" fmla="*/ 459581 h 666750"/>
              <a:gd name="connsiteX2" fmla="*/ 500108 w 676275"/>
              <a:gd name="connsiteY2" fmla="*/ 418624 h 666750"/>
              <a:gd name="connsiteX3" fmla="*/ 465818 w 676275"/>
              <a:gd name="connsiteY3" fmla="*/ 415766 h 666750"/>
              <a:gd name="connsiteX4" fmla="*/ 470581 w 676275"/>
              <a:gd name="connsiteY4" fmla="*/ 433864 h 666750"/>
              <a:gd name="connsiteX5" fmla="*/ 605836 w 676275"/>
              <a:gd name="connsiteY5" fmla="*/ 480536 h 666750"/>
              <a:gd name="connsiteX6" fmla="*/ 544876 w 676275"/>
              <a:gd name="connsiteY6" fmla="*/ 507206 h 666750"/>
              <a:gd name="connsiteX7" fmla="*/ 475343 w 676275"/>
              <a:gd name="connsiteY7" fmla="*/ 516731 h 666750"/>
              <a:gd name="connsiteX8" fmla="*/ 456293 w 676275"/>
              <a:gd name="connsiteY8" fmla="*/ 515779 h 666750"/>
              <a:gd name="connsiteX9" fmla="*/ 446768 w 676275"/>
              <a:gd name="connsiteY9" fmla="*/ 514826 h 666750"/>
              <a:gd name="connsiteX10" fmla="*/ 442958 w 676275"/>
              <a:gd name="connsiteY10" fmla="*/ 514826 h 666750"/>
              <a:gd name="connsiteX11" fmla="*/ 441053 w 676275"/>
              <a:gd name="connsiteY11" fmla="*/ 514826 h 666750"/>
              <a:gd name="connsiteX12" fmla="*/ 440101 w 676275"/>
              <a:gd name="connsiteY12" fmla="*/ 514826 h 666750"/>
              <a:gd name="connsiteX13" fmla="*/ 422003 w 676275"/>
              <a:gd name="connsiteY13" fmla="*/ 511016 h 666750"/>
              <a:gd name="connsiteX14" fmla="*/ 406763 w 676275"/>
              <a:gd name="connsiteY14" fmla="*/ 507206 h 666750"/>
              <a:gd name="connsiteX15" fmla="*/ 339136 w 676275"/>
              <a:gd name="connsiteY15" fmla="*/ 472916 h 666750"/>
              <a:gd name="connsiteX16" fmla="*/ 220073 w 676275"/>
              <a:gd name="connsiteY16" fmla="*/ 348139 h 666750"/>
              <a:gd name="connsiteX17" fmla="*/ 132443 w 676275"/>
              <a:gd name="connsiteY17" fmla="*/ 202406 h 666750"/>
              <a:gd name="connsiteX18" fmla="*/ 56243 w 676275"/>
              <a:gd name="connsiteY18" fmla="*/ 22384 h 666750"/>
              <a:gd name="connsiteX19" fmla="*/ 27668 w 676275"/>
              <a:gd name="connsiteY19" fmla="*/ 7144 h 666750"/>
              <a:gd name="connsiteX20" fmla="*/ 7666 w 676275"/>
              <a:gd name="connsiteY20" fmla="*/ 18574 h 666750"/>
              <a:gd name="connsiteX21" fmla="*/ 171496 w 676275"/>
              <a:gd name="connsiteY21" fmla="*/ 346234 h 666750"/>
              <a:gd name="connsiteX22" fmla="*/ 299131 w 676275"/>
              <a:gd name="connsiteY22" fmla="*/ 481489 h 666750"/>
              <a:gd name="connsiteX23" fmla="*/ 467723 w 676275"/>
              <a:gd name="connsiteY23" fmla="*/ 543401 h 666750"/>
              <a:gd name="connsiteX24" fmla="*/ 576308 w 676275"/>
              <a:gd name="connsiteY24" fmla="*/ 531971 h 666750"/>
              <a:gd name="connsiteX25" fmla="*/ 510586 w 676275"/>
              <a:gd name="connsiteY25" fmla="*/ 642461 h 666750"/>
              <a:gd name="connsiteX26" fmla="*/ 524873 w 676275"/>
              <a:gd name="connsiteY26" fmla="*/ 661511 h 666750"/>
              <a:gd name="connsiteX27" fmla="*/ 556306 w 676275"/>
              <a:gd name="connsiteY27" fmla="*/ 659606 h 666750"/>
              <a:gd name="connsiteX28" fmla="*/ 660128 w 676275"/>
              <a:gd name="connsiteY28" fmla="*/ 490061 h 666750"/>
              <a:gd name="connsiteX29" fmla="*/ 669653 w 676275"/>
              <a:gd name="connsiteY29" fmla="*/ 482441 h 666750"/>
              <a:gd name="connsiteX30" fmla="*/ 668701 w 676275"/>
              <a:gd name="connsiteY30" fmla="*/ 476726 h 666750"/>
              <a:gd name="connsiteX31" fmla="*/ 670606 w 676275"/>
              <a:gd name="connsiteY31" fmla="*/ 473869 h 666750"/>
              <a:gd name="connsiteX32" fmla="*/ 626791 w 676275"/>
              <a:gd name="connsiteY32" fmla="*/ 456724 h 666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676275" h="666750">
                <a:moveTo>
                  <a:pt x="626791" y="456724"/>
                </a:moveTo>
                <a:cubicBezTo>
                  <a:pt x="625838" y="457676"/>
                  <a:pt x="625838" y="458629"/>
                  <a:pt x="624886" y="459581"/>
                </a:cubicBezTo>
                <a:cubicBezTo>
                  <a:pt x="582023" y="450056"/>
                  <a:pt x="540113" y="436721"/>
                  <a:pt x="500108" y="418624"/>
                </a:cubicBezTo>
                <a:cubicBezTo>
                  <a:pt x="490583" y="413861"/>
                  <a:pt x="476296" y="410051"/>
                  <a:pt x="465818" y="415766"/>
                </a:cubicBezTo>
                <a:cubicBezTo>
                  <a:pt x="456293" y="421481"/>
                  <a:pt x="463913" y="431006"/>
                  <a:pt x="470581" y="433864"/>
                </a:cubicBezTo>
                <a:cubicBezTo>
                  <a:pt x="514396" y="453866"/>
                  <a:pt x="559163" y="469106"/>
                  <a:pt x="605836" y="480536"/>
                </a:cubicBezTo>
                <a:cubicBezTo>
                  <a:pt x="586786" y="491966"/>
                  <a:pt x="566783" y="501491"/>
                  <a:pt x="544876" y="507206"/>
                </a:cubicBezTo>
                <a:cubicBezTo>
                  <a:pt x="522968" y="513874"/>
                  <a:pt x="496298" y="516731"/>
                  <a:pt x="475343" y="516731"/>
                </a:cubicBezTo>
                <a:cubicBezTo>
                  <a:pt x="468676" y="516731"/>
                  <a:pt x="462961" y="516731"/>
                  <a:pt x="456293" y="515779"/>
                </a:cubicBezTo>
                <a:cubicBezTo>
                  <a:pt x="453436" y="515779"/>
                  <a:pt x="449626" y="514826"/>
                  <a:pt x="446768" y="514826"/>
                </a:cubicBezTo>
                <a:cubicBezTo>
                  <a:pt x="445816" y="514826"/>
                  <a:pt x="443911" y="514826"/>
                  <a:pt x="442958" y="514826"/>
                </a:cubicBezTo>
                <a:cubicBezTo>
                  <a:pt x="442006" y="514826"/>
                  <a:pt x="442006" y="514826"/>
                  <a:pt x="441053" y="514826"/>
                </a:cubicBezTo>
                <a:cubicBezTo>
                  <a:pt x="441053" y="514826"/>
                  <a:pt x="440101" y="514826"/>
                  <a:pt x="440101" y="514826"/>
                </a:cubicBezTo>
                <a:cubicBezTo>
                  <a:pt x="434386" y="513874"/>
                  <a:pt x="427718" y="512921"/>
                  <a:pt x="422003" y="511016"/>
                </a:cubicBezTo>
                <a:cubicBezTo>
                  <a:pt x="414383" y="509111"/>
                  <a:pt x="413431" y="509111"/>
                  <a:pt x="406763" y="507206"/>
                </a:cubicBezTo>
                <a:cubicBezTo>
                  <a:pt x="382951" y="499586"/>
                  <a:pt x="361043" y="488156"/>
                  <a:pt x="339136" y="472916"/>
                </a:cubicBezTo>
                <a:cubicBezTo>
                  <a:pt x="292463" y="439579"/>
                  <a:pt x="253411" y="394811"/>
                  <a:pt x="220073" y="348139"/>
                </a:cubicBezTo>
                <a:cubicBezTo>
                  <a:pt x="186736" y="302419"/>
                  <a:pt x="157208" y="252889"/>
                  <a:pt x="132443" y="202406"/>
                </a:cubicBezTo>
                <a:cubicBezTo>
                  <a:pt x="103868" y="144304"/>
                  <a:pt x="79103" y="83344"/>
                  <a:pt x="56243" y="22384"/>
                </a:cubicBezTo>
                <a:cubicBezTo>
                  <a:pt x="52433" y="11906"/>
                  <a:pt x="38146" y="8096"/>
                  <a:pt x="27668" y="7144"/>
                </a:cubicBezTo>
                <a:cubicBezTo>
                  <a:pt x="21953" y="7144"/>
                  <a:pt x="3856" y="8096"/>
                  <a:pt x="7666" y="18574"/>
                </a:cubicBezTo>
                <a:cubicBezTo>
                  <a:pt x="50528" y="132874"/>
                  <a:pt x="99106" y="247174"/>
                  <a:pt x="171496" y="346234"/>
                </a:cubicBezTo>
                <a:cubicBezTo>
                  <a:pt x="207691" y="395764"/>
                  <a:pt x="249601" y="444341"/>
                  <a:pt x="299131" y="481489"/>
                </a:cubicBezTo>
                <a:cubicBezTo>
                  <a:pt x="348661" y="517684"/>
                  <a:pt x="406763" y="538639"/>
                  <a:pt x="467723" y="543401"/>
                </a:cubicBezTo>
                <a:cubicBezTo>
                  <a:pt x="503918" y="545306"/>
                  <a:pt x="541066" y="542449"/>
                  <a:pt x="576308" y="531971"/>
                </a:cubicBezTo>
                <a:cubicBezTo>
                  <a:pt x="553448" y="568166"/>
                  <a:pt x="531541" y="605314"/>
                  <a:pt x="510586" y="642461"/>
                </a:cubicBezTo>
                <a:cubicBezTo>
                  <a:pt x="505823" y="651986"/>
                  <a:pt x="517253" y="658654"/>
                  <a:pt x="524873" y="661511"/>
                </a:cubicBezTo>
                <a:cubicBezTo>
                  <a:pt x="531541" y="664369"/>
                  <a:pt x="551543" y="668179"/>
                  <a:pt x="556306" y="659606"/>
                </a:cubicBezTo>
                <a:cubicBezTo>
                  <a:pt x="588691" y="601504"/>
                  <a:pt x="622981" y="545306"/>
                  <a:pt x="660128" y="490061"/>
                </a:cubicBezTo>
                <a:cubicBezTo>
                  <a:pt x="664891" y="489109"/>
                  <a:pt x="668701" y="487204"/>
                  <a:pt x="669653" y="482441"/>
                </a:cubicBezTo>
                <a:cubicBezTo>
                  <a:pt x="670606" y="480536"/>
                  <a:pt x="669653" y="478631"/>
                  <a:pt x="668701" y="476726"/>
                </a:cubicBezTo>
                <a:cubicBezTo>
                  <a:pt x="669653" y="475774"/>
                  <a:pt x="669653" y="474821"/>
                  <a:pt x="670606" y="473869"/>
                </a:cubicBezTo>
                <a:cubicBezTo>
                  <a:pt x="683941" y="457676"/>
                  <a:pt x="636316" y="443389"/>
                  <a:pt x="626791" y="456724"/>
                </a:cubicBez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rtl="0"/>
            <a:endParaRPr lang="fr-FR"/>
          </a:p>
        </p:txBody>
      </p:sp>
      <p:sp>
        <p:nvSpPr>
          <p:cNvPr id="36" name="Rectangle 35" descr="Encadré d’arrière-plan - Instructions">
            <a:extLst>
              <a:ext uri="{FF2B5EF4-FFF2-40B4-BE49-F238E27FC236}">
                <a16:creationId xmlns:a16="http://schemas.microsoft.com/office/drawing/2014/main" id="{076CBD10-D15D-4FC1-8D9B-B4BEB3C1E3E5}"/>
              </a:ext>
            </a:extLst>
          </p:cNvPr>
          <p:cNvSpPr/>
          <p:nvPr/>
        </p:nvSpPr>
        <p:spPr>
          <a:xfrm>
            <a:off x="78734" y="4335681"/>
            <a:ext cx="8126850" cy="193282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/>
          </a:p>
        </p:txBody>
      </p:sp>
      <p:sp>
        <p:nvSpPr>
          <p:cNvPr id="44" name="Ovale 43" title="Graphismes d’arrière-plan circulaires">
            <a:extLst>
              <a:ext uri="{FF2B5EF4-FFF2-40B4-BE49-F238E27FC236}">
                <a16:creationId xmlns:a16="http://schemas.microsoft.com/office/drawing/2014/main" id="{AD5E115B-A01C-4789-8FA0-CA1A95794CDC}"/>
              </a:ext>
            </a:extLst>
          </p:cNvPr>
          <p:cNvSpPr/>
          <p:nvPr/>
        </p:nvSpPr>
        <p:spPr>
          <a:xfrm>
            <a:off x="7640194" y="4463794"/>
            <a:ext cx="426811" cy="42681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fr-FR" b="1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23" name="Zone de texte 22">
            <a:extLst>
              <a:ext uri="{FF2B5EF4-FFF2-40B4-BE49-F238E27FC236}">
                <a16:creationId xmlns:a16="http://schemas.microsoft.com/office/drawing/2014/main" id="{92C20CDD-0E88-460E-B553-CC0BFE2D7E81}"/>
              </a:ext>
            </a:extLst>
          </p:cNvPr>
          <p:cNvSpPr txBox="1"/>
          <p:nvPr/>
        </p:nvSpPr>
        <p:spPr>
          <a:xfrm>
            <a:off x="4026334" y="4470565"/>
            <a:ext cx="3118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2000" b="1"/>
              <a:t>Choisissez vos couleurs</a:t>
            </a:r>
          </a:p>
        </p:txBody>
      </p:sp>
      <p:sp>
        <p:nvSpPr>
          <p:cNvPr id="22" name="Zone de texte 21">
            <a:extLst>
              <a:ext uri="{FF2B5EF4-FFF2-40B4-BE49-F238E27FC236}">
                <a16:creationId xmlns:a16="http://schemas.microsoft.com/office/drawing/2014/main" id="{0EDD0AB6-01C4-4545-BA3F-9047F2A0799E}"/>
              </a:ext>
            </a:extLst>
          </p:cNvPr>
          <p:cNvSpPr txBox="1"/>
          <p:nvPr/>
        </p:nvSpPr>
        <p:spPr>
          <a:xfrm>
            <a:off x="4026335" y="4919304"/>
            <a:ext cx="372018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1600" dirty="0"/>
              <a:t>Modifiez la couleur de votre </a:t>
            </a:r>
            <a:br>
              <a:rPr lang="fr-FR" sz="1600" dirty="0"/>
            </a:br>
            <a:r>
              <a:rPr lang="fr-FR" sz="1600" dirty="0"/>
              <a:t>thème en </a:t>
            </a:r>
            <a:r>
              <a:rPr lang="fr-FR" sz="1600" dirty="0">
                <a:sym typeface="Wingdings" panose="05000000000000000000" pitchFamily="2" charset="2"/>
              </a:rPr>
              <a:t>mode </a:t>
            </a:r>
            <a:r>
              <a:rPr lang="fr-FR" sz="1600" b="1" dirty="0"/>
              <a:t>Masque des diapositives</a:t>
            </a:r>
            <a:br>
              <a:rPr lang="fr-FR" sz="1600" dirty="0"/>
            </a:br>
            <a:br>
              <a:rPr lang="fr-FR" dirty="0"/>
            </a:br>
            <a:r>
              <a:rPr lang="fr-FR" dirty="0"/>
              <a:t>    </a:t>
            </a:r>
            <a:r>
              <a:rPr lang="fr-FR" sz="1200" dirty="0"/>
              <a:t>Affichage </a:t>
            </a:r>
            <a:r>
              <a:rPr lang="fr-FR" sz="1200" dirty="0">
                <a:sym typeface="Wingdings" panose="05000000000000000000" pitchFamily="2" charset="2"/>
              </a:rPr>
              <a:t></a:t>
            </a:r>
            <a:r>
              <a:rPr lang="fr-FR" sz="1200" dirty="0"/>
              <a:t> Masque des diapositives </a:t>
            </a:r>
            <a:r>
              <a:rPr lang="fr-FR" sz="1200" dirty="0">
                <a:sym typeface="Wingdings" panose="05000000000000000000" pitchFamily="2" charset="2"/>
              </a:rPr>
              <a:t> Couleurs (</a:t>
            </a:r>
            <a:r>
              <a:rPr lang="fr-FR" sz="1200" i="1" dirty="0">
                <a:sym typeface="Wingdings" panose="05000000000000000000" pitchFamily="2" charset="2"/>
              </a:rPr>
              <a:t>flèche déroulante</a:t>
            </a:r>
            <a:r>
              <a:rPr lang="fr-FR" sz="1200" dirty="0">
                <a:sym typeface="Wingdings" panose="05000000000000000000" pitchFamily="2" charset="2"/>
              </a:rPr>
              <a:t>)</a:t>
            </a:r>
            <a:endParaRPr lang="fr-FR" dirty="0"/>
          </a:p>
        </p:txBody>
      </p:sp>
      <p:pic>
        <p:nvPicPr>
          <p:cNvPr id="35" name="Graphisme 34" title="Icône de clic">
            <a:extLst>
              <a:ext uri="{FF2B5EF4-FFF2-40B4-BE49-F238E27FC236}">
                <a16:creationId xmlns:a16="http://schemas.microsoft.com/office/drawing/2014/main" id="{FE77A636-0A2F-43A6-A666-027B31BBE48A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57289" y="5750113"/>
            <a:ext cx="199025" cy="19902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4" name="Image 23">
            <a:extLst>
              <a:ext uri="{FF2B5EF4-FFF2-40B4-BE49-F238E27FC236}">
                <a16:creationId xmlns:a16="http://schemas.microsoft.com/office/drawing/2014/main" id="{15E4CC77-F166-480D-B4C3-5D8B4867946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6291" y="4703191"/>
            <a:ext cx="2734442" cy="1186824"/>
          </a:xfrm>
          <a:prstGeom prst="rect">
            <a:avLst/>
          </a:prstGeom>
          <a:ln w="3175">
            <a:solidFill>
              <a:schemeClr val="bg1">
                <a:lumMod val="75000"/>
              </a:schemeClr>
            </a:solidFill>
          </a:ln>
        </p:spPr>
      </p:pic>
      <p:sp>
        <p:nvSpPr>
          <p:cNvPr id="39" name="Zone de texte 38">
            <a:extLst>
              <a:ext uri="{FF2B5EF4-FFF2-40B4-BE49-F238E27FC236}">
                <a16:creationId xmlns:a16="http://schemas.microsoft.com/office/drawing/2014/main" id="{EE816D14-AD3C-4935-8CBF-20A2233CD8EE}"/>
              </a:ext>
            </a:extLst>
          </p:cNvPr>
          <p:cNvSpPr txBox="1"/>
          <p:nvPr/>
        </p:nvSpPr>
        <p:spPr>
          <a:xfrm>
            <a:off x="9181559" y="878701"/>
            <a:ext cx="180000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0"/>
            <a:r>
              <a:rPr lang="fr-FR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Supprimez cette diapositive lorsque vous maîtrisez l’utilisation des modèles de masque de diapositive</a:t>
            </a:r>
          </a:p>
        </p:txBody>
      </p:sp>
      <p:grpSp>
        <p:nvGrpSpPr>
          <p:cNvPr id="54" name="Groupe 53" title="Graphisme de Corbeille">
            <a:extLst>
              <a:ext uri="{FF2B5EF4-FFF2-40B4-BE49-F238E27FC236}">
                <a16:creationId xmlns:a16="http://schemas.microsoft.com/office/drawing/2014/main" id="{EDB4B58C-F60B-48DA-BCAD-2112E9BE7B4D}"/>
              </a:ext>
            </a:extLst>
          </p:cNvPr>
          <p:cNvGrpSpPr/>
          <p:nvPr/>
        </p:nvGrpSpPr>
        <p:grpSpPr>
          <a:xfrm>
            <a:off x="10990548" y="876479"/>
            <a:ext cx="687382" cy="687382"/>
            <a:chOff x="11174860" y="467747"/>
            <a:chExt cx="687382" cy="687382"/>
          </a:xfrm>
        </p:grpSpPr>
        <p:sp>
          <p:nvSpPr>
            <p:cNvPr id="53" name="Ovale 52" title="Graphismes d’arrière-plan circulaires">
              <a:extLst>
                <a:ext uri="{FF2B5EF4-FFF2-40B4-BE49-F238E27FC236}">
                  <a16:creationId xmlns:a16="http://schemas.microsoft.com/office/drawing/2014/main" id="{FAD8A723-1B46-4241-82C6-307FB9AFAA72}"/>
                </a:ext>
              </a:extLst>
            </p:cNvPr>
            <p:cNvSpPr/>
            <p:nvPr/>
          </p:nvSpPr>
          <p:spPr>
            <a:xfrm>
              <a:off x="11174860" y="467747"/>
              <a:ext cx="687382" cy="687382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/>
            </a:p>
          </p:txBody>
        </p:sp>
        <p:sp>
          <p:nvSpPr>
            <p:cNvPr id="49" name="Graphisme 47" title="Icône de Corbeille">
              <a:extLst>
                <a:ext uri="{FF2B5EF4-FFF2-40B4-BE49-F238E27FC236}">
                  <a16:creationId xmlns:a16="http://schemas.microsoft.com/office/drawing/2014/main" id="{8DA3E33B-4A06-4660-8AE8-549D26985401}"/>
                </a:ext>
              </a:extLst>
            </p:cNvPr>
            <p:cNvSpPr/>
            <p:nvPr/>
          </p:nvSpPr>
          <p:spPr>
            <a:xfrm>
              <a:off x="11388555" y="650855"/>
              <a:ext cx="259992" cy="321166"/>
            </a:xfrm>
            <a:custGeom>
              <a:avLst/>
              <a:gdLst>
                <a:gd name="connsiteX0" fmla="*/ 407881 w 418718"/>
                <a:gd name="connsiteY0" fmla="*/ 116995 h 517240"/>
                <a:gd name="connsiteX1" fmla="*/ 406403 w 418718"/>
                <a:gd name="connsiteY1" fmla="*/ 129803 h 517240"/>
                <a:gd name="connsiteX2" fmla="*/ 19951 w 418718"/>
                <a:gd name="connsiteY2" fmla="*/ 129803 h 517240"/>
                <a:gd name="connsiteX3" fmla="*/ 18473 w 418718"/>
                <a:gd name="connsiteY3" fmla="*/ 116995 h 517240"/>
                <a:gd name="connsiteX4" fmla="*/ 78818 w 418718"/>
                <a:gd name="connsiteY4" fmla="*/ 57635 h 517240"/>
                <a:gd name="connsiteX5" fmla="*/ 136453 w 418718"/>
                <a:gd name="connsiteY5" fmla="*/ 57635 h 517240"/>
                <a:gd name="connsiteX6" fmla="*/ 175122 w 418718"/>
                <a:gd name="connsiteY6" fmla="*/ 18474 h 517240"/>
                <a:gd name="connsiteX7" fmla="*/ 175369 w 418718"/>
                <a:gd name="connsiteY7" fmla="*/ 18473 h 517240"/>
                <a:gd name="connsiteX8" fmla="*/ 251231 w 418718"/>
                <a:gd name="connsiteY8" fmla="*/ 18473 h 517240"/>
                <a:gd name="connsiteX9" fmla="*/ 289408 w 418718"/>
                <a:gd name="connsiteY9" fmla="*/ 57389 h 517240"/>
                <a:gd name="connsiteX10" fmla="*/ 289408 w 418718"/>
                <a:gd name="connsiteY10" fmla="*/ 57389 h 517240"/>
                <a:gd name="connsiteX11" fmla="*/ 347044 w 418718"/>
                <a:gd name="connsiteY11" fmla="*/ 57389 h 517240"/>
                <a:gd name="connsiteX12" fmla="*/ 407881 w 418718"/>
                <a:gd name="connsiteY12" fmla="*/ 116995 h 517240"/>
                <a:gd name="connsiteX13" fmla="*/ 36453 w 418718"/>
                <a:gd name="connsiteY13" fmla="*/ 157389 h 517240"/>
                <a:gd name="connsiteX14" fmla="*/ 389901 w 418718"/>
                <a:gd name="connsiteY14" fmla="*/ 157389 h 517240"/>
                <a:gd name="connsiteX15" fmla="*/ 389901 w 418718"/>
                <a:gd name="connsiteY15" fmla="*/ 456896 h 517240"/>
                <a:gd name="connsiteX16" fmla="*/ 349507 w 418718"/>
                <a:gd name="connsiteY16" fmla="*/ 509359 h 517240"/>
                <a:gd name="connsiteX17" fmla="*/ 336453 w 418718"/>
                <a:gd name="connsiteY17" fmla="*/ 511083 h 517240"/>
                <a:gd name="connsiteX18" fmla="*/ 87931 w 418718"/>
                <a:gd name="connsiteY18" fmla="*/ 511083 h 517240"/>
                <a:gd name="connsiteX19" fmla="*/ 36452 w 418718"/>
                <a:gd name="connsiteY19" fmla="*/ 457172 h 517240"/>
                <a:gd name="connsiteX20" fmla="*/ 36453 w 418718"/>
                <a:gd name="connsiteY20" fmla="*/ 457142 h 517240"/>
                <a:gd name="connsiteX21" fmla="*/ 36453 w 418718"/>
                <a:gd name="connsiteY21" fmla="*/ 157635 h 517240"/>
                <a:gd name="connsiteX22" fmla="*/ 282758 w 418718"/>
                <a:gd name="connsiteY22" fmla="*/ 440640 h 517240"/>
                <a:gd name="connsiteX23" fmla="*/ 300492 w 418718"/>
                <a:gd name="connsiteY23" fmla="*/ 458374 h 517240"/>
                <a:gd name="connsiteX24" fmla="*/ 301724 w 418718"/>
                <a:gd name="connsiteY24" fmla="*/ 458374 h 517240"/>
                <a:gd name="connsiteX25" fmla="*/ 318719 w 418718"/>
                <a:gd name="connsiteY25" fmla="*/ 439654 h 517240"/>
                <a:gd name="connsiteX26" fmla="*/ 318719 w 418718"/>
                <a:gd name="connsiteY26" fmla="*/ 229556 h 517240"/>
                <a:gd name="connsiteX27" fmla="*/ 318719 w 418718"/>
                <a:gd name="connsiteY27" fmla="*/ 222906 h 517240"/>
                <a:gd name="connsiteX28" fmla="*/ 296379 w 418718"/>
                <a:gd name="connsiteY28" fmla="*/ 210762 h 517240"/>
                <a:gd name="connsiteX29" fmla="*/ 283497 w 418718"/>
                <a:gd name="connsiteY29" fmla="*/ 227832 h 517240"/>
                <a:gd name="connsiteX30" fmla="*/ 283497 w 418718"/>
                <a:gd name="connsiteY30" fmla="*/ 440640 h 517240"/>
                <a:gd name="connsiteX31" fmla="*/ 194088 w 418718"/>
                <a:gd name="connsiteY31" fmla="*/ 440640 h 517240"/>
                <a:gd name="connsiteX32" fmla="*/ 211822 w 418718"/>
                <a:gd name="connsiteY32" fmla="*/ 458374 h 517240"/>
                <a:gd name="connsiteX33" fmla="*/ 215517 w 418718"/>
                <a:gd name="connsiteY33" fmla="*/ 458374 h 517240"/>
                <a:gd name="connsiteX34" fmla="*/ 232019 w 418718"/>
                <a:gd name="connsiteY34" fmla="*/ 439654 h 517240"/>
                <a:gd name="connsiteX35" fmla="*/ 232019 w 418718"/>
                <a:gd name="connsiteY35" fmla="*/ 229310 h 517240"/>
                <a:gd name="connsiteX36" fmla="*/ 232019 w 418718"/>
                <a:gd name="connsiteY36" fmla="*/ 222906 h 517240"/>
                <a:gd name="connsiteX37" fmla="*/ 214532 w 418718"/>
                <a:gd name="connsiteY37" fmla="*/ 209852 h 517240"/>
                <a:gd name="connsiteX38" fmla="*/ 197044 w 418718"/>
                <a:gd name="connsiteY38" fmla="*/ 228078 h 517240"/>
                <a:gd name="connsiteX39" fmla="*/ 197044 w 418718"/>
                <a:gd name="connsiteY39" fmla="*/ 440640 h 517240"/>
                <a:gd name="connsiteX40" fmla="*/ 105419 w 418718"/>
                <a:gd name="connsiteY40" fmla="*/ 440640 h 517240"/>
                <a:gd name="connsiteX41" fmla="*/ 123153 w 418718"/>
                <a:gd name="connsiteY41" fmla="*/ 458374 h 517240"/>
                <a:gd name="connsiteX42" fmla="*/ 123153 w 418718"/>
                <a:gd name="connsiteY42" fmla="*/ 458374 h 517240"/>
                <a:gd name="connsiteX43" fmla="*/ 141641 w 418718"/>
                <a:gd name="connsiteY43" fmla="*/ 441948 h 517240"/>
                <a:gd name="connsiteX44" fmla="*/ 141625 w 418718"/>
                <a:gd name="connsiteY44" fmla="*/ 439654 h 517240"/>
                <a:gd name="connsiteX45" fmla="*/ 141625 w 418718"/>
                <a:gd name="connsiteY45" fmla="*/ 229310 h 517240"/>
                <a:gd name="connsiteX46" fmla="*/ 141625 w 418718"/>
                <a:gd name="connsiteY46" fmla="*/ 222906 h 517240"/>
                <a:gd name="connsiteX47" fmla="*/ 120363 w 418718"/>
                <a:gd name="connsiteY47" fmla="*/ 209605 h 517240"/>
                <a:gd name="connsiteX48" fmla="*/ 106650 w 418718"/>
                <a:gd name="connsiteY48" fmla="*/ 228078 h 517240"/>
                <a:gd name="connsiteX49" fmla="*/ 106650 w 418718"/>
                <a:gd name="connsiteY49" fmla="*/ 440640 h 517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</a:cxnLst>
              <a:rect l="l" t="t" r="r" b="b"/>
              <a:pathLst>
                <a:path w="418718" h="517240">
                  <a:moveTo>
                    <a:pt x="407881" y="116995"/>
                  </a:moveTo>
                  <a:cubicBezTo>
                    <a:pt x="407876" y="121306"/>
                    <a:pt x="407379" y="125603"/>
                    <a:pt x="406403" y="129803"/>
                  </a:cubicBezTo>
                  <a:lnTo>
                    <a:pt x="19951" y="129803"/>
                  </a:lnTo>
                  <a:cubicBezTo>
                    <a:pt x="18974" y="125603"/>
                    <a:pt x="18479" y="121306"/>
                    <a:pt x="18473" y="116995"/>
                  </a:cubicBezTo>
                  <a:cubicBezTo>
                    <a:pt x="19011" y="84053"/>
                    <a:pt x="45871" y="57631"/>
                    <a:pt x="78818" y="57635"/>
                  </a:cubicBezTo>
                  <a:lnTo>
                    <a:pt x="136453" y="57635"/>
                  </a:lnTo>
                  <a:cubicBezTo>
                    <a:pt x="136317" y="36143"/>
                    <a:pt x="153630" y="18610"/>
                    <a:pt x="175122" y="18474"/>
                  </a:cubicBezTo>
                  <a:cubicBezTo>
                    <a:pt x="175204" y="18473"/>
                    <a:pt x="175287" y="18473"/>
                    <a:pt x="175369" y="18473"/>
                  </a:cubicBezTo>
                  <a:lnTo>
                    <a:pt x="251231" y="18473"/>
                  </a:lnTo>
                  <a:cubicBezTo>
                    <a:pt x="272492" y="18743"/>
                    <a:pt x="289546" y="36127"/>
                    <a:pt x="289408" y="57389"/>
                  </a:cubicBezTo>
                  <a:lnTo>
                    <a:pt x="289408" y="57389"/>
                  </a:lnTo>
                  <a:lnTo>
                    <a:pt x="347044" y="57389"/>
                  </a:lnTo>
                  <a:cubicBezTo>
                    <a:pt x="380278" y="57115"/>
                    <a:pt x="407475" y="83763"/>
                    <a:pt x="407881" y="116995"/>
                  </a:cubicBezTo>
                  <a:close/>
                  <a:moveTo>
                    <a:pt x="36453" y="157389"/>
                  </a:moveTo>
                  <a:lnTo>
                    <a:pt x="389901" y="157389"/>
                  </a:lnTo>
                  <a:lnTo>
                    <a:pt x="389901" y="456896"/>
                  </a:lnTo>
                  <a:cubicBezTo>
                    <a:pt x="390566" y="481746"/>
                    <a:pt x="373699" y="503649"/>
                    <a:pt x="349507" y="509359"/>
                  </a:cubicBezTo>
                  <a:cubicBezTo>
                    <a:pt x="345261" y="510553"/>
                    <a:pt x="340864" y="511132"/>
                    <a:pt x="336453" y="511083"/>
                  </a:cubicBezTo>
                  <a:lnTo>
                    <a:pt x="87931" y="511083"/>
                  </a:lnTo>
                  <a:cubicBezTo>
                    <a:pt x="58828" y="510410"/>
                    <a:pt x="35780" y="486273"/>
                    <a:pt x="36452" y="457172"/>
                  </a:cubicBezTo>
                  <a:cubicBezTo>
                    <a:pt x="36453" y="457162"/>
                    <a:pt x="36453" y="457152"/>
                    <a:pt x="36453" y="457142"/>
                  </a:cubicBezTo>
                  <a:lnTo>
                    <a:pt x="36453" y="157635"/>
                  </a:lnTo>
                  <a:close/>
                  <a:moveTo>
                    <a:pt x="282758" y="440640"/>
                  </a:moveTo>
                  <a:cubicBezTo>
                    <a:pt x="282758" y="450433"/>
                    <a:pt x="290699" y="458374"/>
                    <a:pt x="300492" y="458374"/>
                  </a:cubicBezTo>
                  <a:lnTo>
                    <a:pt x="301724" y="458374"/>
                  </a:lnTo>
                  <a:cubicBezTo>
                    <a:pt x="311561" y="457842"/>
                    <a:pt x="319137" y="449497"/>
                    <a:pt x="318719" y="439654"/>
                  </a:cubicBezTo>
                  <a:lnTo>
                    <a:pt x="318719" y="229556"/>
                  </a:lnTo>
                  <a:cubicBezTo>
                    <a:pt x="318960" y="227346"/>
                    <a:pt x="318960" y="225116"/>
                    <a:pt x="318719" y="222906"/>
                  </a:cubicBezTo>
                  <a:cubicBezTo>
                    <a:pt x="315903" y="213383"/>
                    <a:pt x="305901" y="207947"/>
                    <a:pt x="296379" y="210762"/>
                  </a:cubicBezTo>
                  <a:cubicBezTo>
                    <a:pt x="288800" y="213004"/>
                    <a:pt x="283573" y="219930"/>
                    <a:pt x="283497" y="227832"/>
                  </a:cubicBezTo>
                  <a:lnTo>
                    <a:pt x="283497" y="440640"/>
                  </a:lnTo>
                  <a:close/>
                  <a:moveTo>
                    <a:pt x="194088" y="440640"/>
                  </a:moveTo>
                  <a:cubicBezTo>
                    <a:pt x="194088" y="450433"/>
                    <a:pt x="202028" y="458374"/>
                    <a:pt x="211822" y="458374"/>
                  </a:cubicBezTo>
                  <a:lnTo>
                    <a:pt x="215517" y="458374"/>
                  </a:lnTo>
                  <a:cubicBezTo>
                    <a:pt x="225220" y="457714"/>
                    <a:pt x="232582" y="449364"/>
                    <a:pt x="232019" y="439654"/>
                  </a:cubicBezTo>
                  <a:lnTo>
                    <a:pt x="232019" y="229310"/>
                  </a:lnTo>
                  <a:cubicBezTo>
                    <a:pt x="232513" y="227204"/>
                    <a:pt x="232513" y="225012"/>
                    <a:pt x="232019" y="222906"/>
                  </a:cubicBezTo>
                  <a:cubicBezTo>
                    <a:pt x="229874" y="215059"/>
                    <a:pt x="222665" y="209677"/>
                    <a:pt x="214532" y="209852"/>
                  </a:cubicBezTo>
                  <a:cubicBezTo>
                    <a:pt x="204698" y="210120"/>
                    <a:pt x="196906" y="218242"/>
                    <a:pt x="197044" y="228078"/>
                  </a:cubicBezTo>
                  <a:lnTo>
                    <a:pt x="197044" y="440640"/>
                  </a:lnTo>
                  <a:close/>
                  <a:moveTo>
                    <a:pt x="105419" y="440640"/>
                  </a:moveTo>
                  <a:cubicBezTo>
                    <a:pt x="105419" y="450433"/>
                    <a:pt x="113358" y="458374"/>
                    <a:pt x="123153" y="458374"/>
                  </a:cubicBezTo>
                  <a:lnTo>
                    <a:pt x="123153" y="458374"/>
                  </a:lnTo>
                  <a:cubicBezTo>
                    <a:pt x="132794" y="458943"/>
                    <a:pt x="141071" y="451588"/>
                    <a:pt x="141641" y="441948"/>
                  </a:cubicBezTo>
                  <a:cubicBezTo>
                    <a:pt x="141686" y="441184"/>
                    <a:pt x="141681" y="440418"/>
                    <a:pt x="141625" y="439654"/>
                  </a:cubicBezTo>
                  <a:lnTo>
                    <a:pt x="141625" y="229310"/>
                  </a:lnTo>
                  <a:cubicBezTo>
                    <a:pt x="142119" y="227204"/>
                    <a:pt x="142119" y="225012"/>
                    <a:pt x="141625" y="222906"/>
                  </a:cubicBezTo>
                  <a:cubicBezTo>
                    <a:pt x="139427" y="213362"/>
                    <a:pt x="129908" y="207407"/>
                    <a:pt x="120363" y="209605"/>
                  </a:cubicBezTo>
                  <a:cubicBezTo>
                    <a:pt x="111876" y="211560"/>
                    <a:pt x="106065" y="219389"/>
                    <a:pt x="106650" y="228078"/>
                  </a:cubicBezTo>
                  <a:lnTo>
                    <a:pt x="106650" y="440640"/>
                  </a:ln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fr-FR"/>
            </a:p>
          </p:txBody>
        </p:sp>
      </p:grp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88DC1F28-E3FD-416B-8C76-7556A49440F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 rtlCol="0"/>
          <a:lstStyle/>
          <a:p>
            <a:pPr rtl="0"/>
            <a:fld id="{4B73C415-D670-4716-A5EC-CC4D52CA2BAC}" type="slidenum">
              <a:rPr lang="fr-FR" smtClean="0"/>
              <a:pPr rtl="0"/>
              <a:t>20</a:t>
            </a:fld>
            <a:endParaRPr lang="fr-FR" dirty="0"/>
          </a:p>
        </p:txBody>
      </p:sp>
      <p:sp>
        <p:nvSpPr>
          <p:cNvPr id="4" name="Title 3" hidden="1">
            <a:extLst>
              <a:ext uri="{FF2B5EF4-FFF2-40B4-BE49-F238E27FC236}">
                <a16:creationId xmlns:a16="http://schemas.microsoft.com/office/drawing/2014/main" id="{61A02E3A-E7B4-45B1-9EBC-3DB4D41F5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"/>
              <a:t>How to customize this template</a:t>
            </a:r>
          </a:p>
        </p:txBody>
      </p:sp>
      <p:sp>
        <p:nvSpPr>
          <p:cNvPr id="32" name="Graphisme 18" title="Flèche - Instructions d’utilisation du modèle">
            <a:extLst>
              <a:ext uri="{FF2B5EF4-FFF2-40B4-BE49-F238E27FC236}">
                <a16:creationId xmlns:a16="http://schemas.microsoft.com/office/drawing/2014/main" id="{1C423936-E785-4AA4-AE30-B44E99C3D5C5}"/>
              </a:ext>
            </a:extLst>
          </p:cNvPr>
          <p:cNvSpPr/>
          <p:nvPr/>
        </p:nvSpPr>
        <p:spPr>
          <a:xfrm rot="5780139" flipV="1">
            <a:off x="3285983" y="4533966"/>
            <a:ext cx="659696" cy="821727"/>
          </a:xfrm>
          <a:custGeom>
            <a:avLst/>
            <a:gdLst>
              <a:gd name="connsiteX0" fmla="*/ 27380 w 542925"/>
              <a:gd name="connsiteY0" fmla="*/ 669232 h 676275"/>
              <a:gd name="connsiteX1" fmla="*/ 138823 w 542925"/>
              <a:gd name="connsiteY1" fmla="*/ 376814 h 676275"/>
              <a:gd name="connsiteX2" fmla="*/ 352183 w 542925"/>
              <a:gd name="connsiteY2" fmla="*/ 147262 h 676275"/>
              <a:gd name="connsiteX3" fmla="*/ 485533 w 542925"/>
              <a:gd name="connsiteY3" fmla="*/ 68204 h 676275"/>
              <a:gd name="connsiteX4" fmla="*/ 469340 w 542925"/>
              <a:gd name="connsiteY4" fmla="*/ 96779 h 676275"/>
              <a:gd name="connsiteX5" fmla="*/ 416953 w 542925"/>
              <a:gd name="connsiteY5" fmla="*/ 192029 h 676275"/>
              <a:gd name="connsiteX6" fmla="*/ 433145 w 542925"/>
              <a:gd name="connsiteY6" fmla="*/ 216794 h 676275"/>
              <a:gd name="connsiteX7" fmla="*/ 484580 w 542925"/>
              <a:gd name="connsiteY7" fmla="*/ 124402 h 676275"/>
              <a:gd name="connsiteX8" fmla="*/ 509345 w 542925"/>
              <a:gd name="connsiteY8" fmla="*/ 78682 h 676275"/>
              <a:gd name="connsiteX9" fmla="*/ 536015 w 542925"/>
              <a:gd name="connsiteY9" fmla="*/ 37724 h 676275"/>
              <a:gd name="connsiteX10" fmla="*/ 524585 w 542925"/>
              <a:gd name="connsiteY10" fmla="*/ 7244 h 676275"/>
              <a:gd name="connsiteX11" fmla="*/ 297890 w 542925"/>
              <a:gd name="connsiteY11" fmla="*/ 39629 h 676275"/>
              <a:gd name="connsiteX12" fmla="*/ 307415 w 542925"/>
              <a:gd name="connsiteY12" fmla="*/ 71062 h 676275"/>
              <a:gd name="connsiteX13" fmla="*/ 436003 w 542925"/>
              <a:gd name="connsiteY13" fmla="*/ 54869 h 676275"/>
              <a:gd name="connsiteX14" fmla="*/ 233120 w 542925"/>
              <a:gd name="connsiteY14" fmla="*/ 208222 h 676275"/>
              <a:gd name="connsiteX15" fmla="*/ 57860 w 542925"/>
              <a:gd name="connsiteY15" fmla="*/ 473969 h 676275"/>
              <a:gd name="connsiteX16" fmla="*/ 7378 w 542925"/>
              <a:gd name="connsiteY16" fmla="*/ 648277 h 676275"/>
              <a:gd name="connsiteX17" fmla="*/ 14045 w 542925"/>
              <a:gd name="connsiteY17" fmla="*/ 670184 h 676275"/>
              <a:gd name="connsiteX18" fmla="*/ 27380 w 542925"/>
              <a:gd name="connsiteY18" fmla="*/ 669232 h 6762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2925" h="676275">
                <a:moveTo>
                  <a:pt x="27380" y="669232"/>
                </a:moveTo>
                <a:cubicBezTo>
                  <a:pt x="44525" y="565409"/>
                  <a:pt x="83578" y="465397"/>
                  <a:pt x="138823" y="376814"/>
                </a:cubicBezTo>
                <a:cubicBezTo>
                  <a:pt x="195020" y="288232"/>
                  <a:pt x="267410" y="209174"/>
                  <a:pt x="352183" y="147262"/>
                </a:cubicBezTo>
                <a:cubicBezTo>
                  <a:pt x="394093" y="116782"/>
                  <a:pt x="438860" y="90112"/>
                  <a:pt x="485533" y="68204"/>
                </a:cubicBezTo>
                <a:cubicBezTo>
                  <a:pt x="479818" y="77729"/>
                  <a:pt x="475055" y="87254"/>
                  <a:pt x="469340" y="96779"/>
                </a:cubicBezTo>
                <a:cubicBezTo>
                  <a:pt x="452195" y="128212"/>
                  <a:pt x="434098" y="160597"/>
                  <a:pt x="416953" y="192029"/>
                </a:cubicBezTo>
                <a:cubicBezTo>
                  <a:pt x="412190" y="201554"/>
                  <a:pt x="425525" y="230129"/>
                  <a:pt x="433145" y="216794"/>
                </a:cubicBezTo>
                <a:cubicBezTo>
                  <a:pt x="450290" y="186314"/>
                  <a:pt x="467435" y="154882"/>
                  <a:pt x="484580" y="124402"/>
                </a:cubicBezTo>
                <a:cubicBezTo>
                  <a:pt x="493153" y="109162"/>
                  <a:pt x="501725" y="93922"/>
                  <a:pt x="509345" y="78682"/>
                </a:cubicBezTo>
                <a:cubicBezTo>
                  <a:pt x="516965" y="64394"/>
                  <a:pt x="523633" y="48202"/>
                  <a:pt x="536015" y="37724"/>
                </a:cubicBezTo>
                <a:cubicBezTo>
                  <a:pt x="543635" y="31057"/>
                  <a:pt x="535063" y="5339"/>
                  <a:pt x="524585" y="7244"/>
                </a:cubicBezTo>
                <a:cubicBezTo>
                  <a:pt x="449338" y="21532"/>
                  <a:pt x="374090" y="32009"/>
                  <a:pt x="297890" y="39629"/>
                </a:cubicBezTo>
                <a:cubicBezTo>
                  <a:pt x="287413" y="40582"/>
                  <a:pt x="295033" y="72967"/>
                  <a:pt x="307415" y="71062"/>
                </a:cubicBezTo>
                <a:cubicBezTo>
                  <a:pt x="350278" y="66299"/>
                  <a:pt x="393140" y="61537"/>
                  <a:pt x="436003" y="54869"/>
                </a:cubicBezTo>
                <a:cubicBezTo>
                  <a:pt x="360755" y="94874"/>
                  <a:pt x="292175" y="147262"/>
                  <a:pt x="233120" y="208222"/>
                </a:cubicBezTo>
                <a:cubicBezTo>
                  <a:pt x="158825" y="284422"/>
                  <a:pt x="98818" y="375862"/>
                  <a:pt x="57860" y="473969"/>
                </a:cubicBezTo>
                <a:cubicBezTo>
                  <a:pt x="35000" y="530167"/>
                  <a:pt x="17855" y="588269"/>
                  <a:pt x="7378" y="648277"/>
                </a:cubicBezTo>
                <a:cubicBezTo>
                  <a:pt x="6425" y="655897"/>
                  <a:pt x="8330" y="665422"/>
                  <a:pt x="14045" y="670184"/>
                </a:cubicBezTo>
                <a:cubicBezTo>
                  <a:pt x="20713" y="676852"/>
                  <a:pt x="25475" y="675899"/>
                  <a:pt x="27380" y="669232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rtl="0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42591817"/>
      </p:ext>
    </p:extLst>
  </p:cSld>
  <p:clrMapOvr>
    <a:masterClrMapping/>
  </p:clrMapOvr>
</p:sld>
</file>

<file path=ppt/theme/theme1.xml><?xml version="1.0" encoding="utf-8"?>
<a:theme xmlns:a="http://schemas.openxmlformats.org/drawingml/2006/main" name="Personnalisé">
  <a:themeElements>
    <a:clrScheme name="Custom 129">
      <a:dk1>
        <a:sysClr val="windowText" lastClr="000000"/>
      </a:dk1>
      <a:lt1>
        <a:srgbClr val="FFFFFF"/>
      </a:lt1>
      <a:dk2>
        <a:srgbClr val="3F3F3F"/>
      </a:dk2>
      <a:lt2>
        <a:srgbClr val="F2F2F2"/>
      </a:lt2>
      <a:accent1>
        <a:srgbClr val="25C6E3"/>
      </a:accent1>
      <a:accent2>
        <a:srgbClr val="E80554"/>
      </a:accent2>
      <a:accent3>
        <a:srgbClr val="A9E26F"/>
      </a:accent3>
      <a:accent4>
        <a:srgbClr val="EAD000"/>
      </a:accent4>
      <a:accent5>
        <a:srgbClr val="1A0F49"/>
      </a:accent5>
      <a:accent6>
        <a:srgbClr val="FF4A01"/>
      </a:accent6>
      <a:hlink>
        <a:srgbClr val="25C6E3"/>
      </a:hlink>
      <a:folHlink>
        <a:srgbClr val="25C6E3"/>
      </a:folHlink>
    </a:clrScheme>
    <a:fontScheme name="Custom 149">
      <a:majorFont>
        <a:latin typeface="Corbel"/>
        <a:ea typeface=""/>
        <a:cs typeface=""/>
      </a:majorFont>
      <a:minorFont>
        <a:latin typeface="Candar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_19715838_TF16411250.potx" id="{675E8371-EC70-4345-8B64-A71003B56298}" vid="{0F92AA19-00D6-4C71-B13F-219D7994A0BF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EEA25CC0A0AC24199CDC46C25B8B0BC" ma:contentTypeVersion="9" ma:contentTypeDescription="Create a new document." ma:contentTypeScope="" ma:versionID="76e25e1730b4532ab1d5e5b131a96a5a">
  <xsd:schema xmlns:xsd="http://www.w3.org/2001/XMLSchema" xmlns:xs="http://www.w3.org/2001/XMLSchema" xmlns:p="http://schemas.microsoft.com/office/2006/metadata/properties" xmlns:ns1="http://schemas.microsoft.com/sharepoint/v3" xmlns:ns2="6dc4bcd6-49db-4c07-9060-8acfc67cef9f" xmlns:ns3="fb0879af-3eba-417a-a55a-ffe6dcd6ca77" targetNamespace="http://schemas.microsoft.com/office/2006/metadata/properties" ma:root="true" ma:fieldsID="ad1e9281a84c4949647088091c718de3" ns1:_="" ns2:_="" ns3:_="">
    <xsd:import namespace="http://schemas.microsoft.com/sharepoint/v3"/>
    <xsd:import namespace="6dc4bcd6-49db-4c07-9060-8acfc67cef9f"/>
    <xsd:import namespace="fb0879af-3eba-417a-a55a-ffe6dcd6ca7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5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6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c4bcd6-49db-4c07-9060-8acfc67cef9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b0879af-3eba-417a-a55a-ffe6dcd6ca77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3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4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B2218FC-8412-44B9-9E82-D51F1F531141}">
  <ds:schemaRefs>
    <ds:schemaRef ds:uri="http://purl.org/dc/dcmitype/"/>
    <ds:schemaRef ds:uri="6dc4bcd6-49db-4c07-9060-8acfc67cef9f"/>
    <ds:schemaRef ds:uri="http://schemas.microsoft.com/office/2006/metadata/properties"/>
    <ds:schemaRef ds:uri="http://schemas.microsoft.com/office/2006/documentManagement/types"/>
    <ds:schemaRef ds:uri="http://schemas.microsoft.com/sharepoint/v3"/>
    <ds:schemaRef ds:uri="http://www.w3.org/XML/1998/namespace"/>
    <ds:schemaRef ds:uri="http://schemas.microsoft.com/office/infopath/2007/PartnerControls"/>
    <ds:schemaRef ds:uri="http://purl.org/dc/elements/1.1/"/>
    <ds:schemaRef ds:uri="http://schemas.openxmlformats.org/package/2006/metadata/core-properties"/>
    <ds:schemaRef ds:uri="fb0879af-3eba-417a-a55a-ffe6dcd6ca77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B64A4C9D-F801-4923-BC6D-E0006F51233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6dc4bcd6-49db-4c07-9060-8acfc67cef9f"/>
    <ds:schemaRef ds:uri="fb0879af-3eba-417a-a55a-ffe6dcd6ca7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{CBFE6ECE-973F-4D9E-AE70-8F75F498F0FE}TF992e0334-4647-4579-8d14-183019b0908c530978df_win32-28e49dbdf6c2</Template>
  <TotalTime>5454</TotalTime>
  <Words>951</Words>
  <Application>Microsoft Office PowerPoint</Application>
  <PresentationFormat>Grand écran</PresentationFormat>
  <Paragraphs>201</Paragraphs>
  <Slides>20</Slides>
  <Notes>20</Notes>
  <HiddenSlides>4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20</vt:i4>
      </vt:variant>
    </vt:vector>
  </HeadingPairs>
  <TitlesOfParts>
    <vt:vector size="27" baseType="lpstr">
      <vt:lpstr>Arial</vt:lpstr>
      <vt:lpstr>Calibri</vt:lpstr>
      <vt:lpstr>Candara</vt:lpstr>
      <vt:lpstr>Corbel</vt:lpstr>
      <vt:lpstr>Times New Roman</vt:lpstr>
      <vt:lpstr>Wingdings</vt:lpstr>
      <vt:lpstr>Personnalisé</vt:lpstr>
      <vt:lpstr>Screen Time vs Mental Wellness (2025) </vt:lpstr>
      <vt:lpstr>Introduction:</vt:lpstr>
      <vt:lpstr>Dataset Overview</vt:lpstr>
      <vt:lpstr>Data Cleaning &amp; Assumptions</vt:lpstr>
      <vt:lpstr>Business Questions Overview</vt:lpstr>
      <vt:lpstr>Q1: Screen Time vs Mental Wellness</vt:lpstr>
      <vt:lpstr>Q2: Screen Time vs Stress</vt:lpstr>
      <vt:lpstr>Q3: Work vs Leisure Screen Time</vt:lpstr>
      <vt:lpstr>Q4: Sleep as a Mediator</vt:lpstr>
      <vt:lpstr>Q5: Sleep Quality vs Stress &amp; Wellness</vt:lpstr>
      <vt:lpstr>Q6: Productivity vs Screen Time</vt:lpstr>
      <vt:lpstr>Q7: Exercise &amp; Wellness</vt:lpstr>
      <vt:lpstr>Q8: Social Time &amp; Wellness</vt:lpstr>
      <vt:lpstr>Q9: Demographic Differences</vt:lpstr>
      <vt:lpstr>Q10: Work Mode Differences</vt:lpstr>
      <vt:lpstr>Conclusion</vt:lpstr>
      <vt:lpstr>Tableau</vt:lpstr>
      <vt:lpstr>Large image</vt:lpstr>
      <vt:lpstr>Merci de votre attention</vt:lpstr>
      <vt:lpstr>How to customize this template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christian Bosmans</dc:creator>
  <cp:lastModifiedBy>christian Bosmans</cp:lastModifiedBy>
  <cp:revision>4</cp:revision>
  <dcterms:created xsi:type="dcterms:W3CDTF">2026-04-27T23:30:07Z</dcterms:created>
  <dcterms:modified xsi:type="dcterms:W3CDTF">2026-05-01T18:24:42Z</dcterms:modified>
</cp:coreProperties>
</file>